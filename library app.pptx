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263" r:id="rId4"/>
    <p:sldId id="264" r:id="rId5"/>
    <p:sldId id="265" r:id="rId6"/>
    <p:sldId id="268" r:id="rId7"/>
    <p:sldId id="266" r:id="rId8"/>
    <p:sldId id="276" r:id="rId9"/>
    <p:sldId id="277" r:id="rId10"/>
    <p:sldId id="278" r:id="rId11"/>
    <p:sldId id="269" r:id="rId12"/>
    <p:sldId id="270" r:id="rId13"/>
    <p:sldId id="271" r:id="rId14"/>
    <p:sldId id="273" r:id="rId15"/>
    <p:sldId id="274" r:id="rId16"/>
    <p:sldId id="275" r:id="rId17"/>
    <p:sldId id="272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A7DC4-80E6-4D1B-9989-399D9189990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BB5EE-66F3-40E0-B3E0-AB96866F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8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7b17cf0348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7b17cf0348_0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546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072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3344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803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569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692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9ac28ca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d9ac28ca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1BE5-BED2-D29E-6AE9-7DB061FB1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729E4-4B9C-E512-5E51-0FB0A6AE3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86A53-2E45-9AE5-B7C9-8C9530E5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64100-B27E-85A1-6BDF-2082249B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B6600-59C3-F005-0E3D-6151E0C1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43B1-1088-C852-E359-A35DA9F7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85402-AAAA-7F89-3566-A53F065D0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277DA-0778-9111-7084-E9BD89B7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60FF8-0D04-B017-DB4F-D97881D0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A305A-2171-3295-02DF-CBA5A182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5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EA8D-8AA7-51FB-5542-1F399184F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BE9AE-4F5B-2ECC-1532-A4A96D989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84FD-5671-414C-1358-682FB592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1AE12-A318-53FC-D172-F8AD6DD1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FD9C1-A3EB-F90C-1863-40460D23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7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3F84-C296-9583-B506-09344499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BCF1F-458E-40AC-D38F-877789598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68D6B-2806-3E3E-C2E8-51CC21BD3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FB773-9CBE-5DA1-647C-3B60E252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64F06-67DD-82E5-D8F1-58824E00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9BA8B-D541-17B2-5B0A-EE70DD85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701A-80B7-B614-4112-3C5FED400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B4FFD-7F15-D5D5-9F2D-99B25B64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D469A-A897-97EE-8186-EACDB3D2B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23DED-0B9D-7A48-1BA6-B2ABD2360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A6C66-825C-CB58-BEBC-E4F5371A6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C6763-8465-87AF-6C61-16D3769F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5FE41-414C-7E05-AC45-00DECEA97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834C6-E9A3-1B65-524B-9EFD454A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0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4A73-6B8C-ED2A-4F0D-4AB0A436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4128F-5ACA-C3C5-E08F-5CFDA44C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EE96B-F67A-08A2-BA07-95216F47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9D483-BAB9-2B88-C15C-C9A1EF4C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6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9FB1C-02B4-BC81-4EDC-1EFAFB73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8ACF8-DF40-B165-9C98-459F8775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A1BA-2BF9-2127-5B03-B63B6CFB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427A-B3EE-18B4-C338-0EF8335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C7250-FA39-F34C-155C-167D52B2B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8DCA6-3070-1D78-92C4-4CF3487D8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00765-8BFE-1C6D-3113-AEEF44A2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DE6D8-2311-40EE-055B-0AEE0EB9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D794C-CF1C-F06D-9E94-ECB0C543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4BF1-7D6D-6E86-B738-BC2ABA8A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C0013-FE6D-032B-34CA-109F9D0B8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DF75B-B73E-7B86-0A89-989A3B20B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425D0-98F7-C5F2-E95C-FE408C4C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66D3-D2A9-F10C-8314-FFE92DFE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E1722-99F0-29CC-7F9A-3A5628D2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F7C57-5DA7-476C-96BB-2F4E050E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CFE8-E228-010A-C1AB-4EAB8D5A2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EED6A-A4F9-DF8E-DF01-F30051C5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33568-5067-CB82-8648-E52BC549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A1374-A482-1440-5CD8-E999C519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4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5AA74-F6C2-9916-6D52-EDFA5D247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2D493-33CB-8066-6D77-B0F9458FD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DD0C-044F-F48E-5A44-310FFAFA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FB13F-86E2-F045-9561-8CA3CD31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4513C-578B-25E6-596A-AF8BC006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27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7C2C-DF7A-5592-E16C-F19862F8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2B3FF-AB1A-94A0-9D95-E2C6475E1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D435B-AECF-FE88-22EB-EAC002FEC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46CA3-4552-590D-8CC7-914AB9FF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A26E1-C09F-FEC5-F713-39280E73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7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75370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3963999" y="1"/>
            <a:ext cx="6583791" cy="431276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2050453" cy="366181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99500" y="5224600"/>
            <a:ext cx="308800" cy="308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3" name="Google Shape;13;p2"/>
          <p:cNvCxnSpPr/>
          <p:nvPr/>
        </p:nvCxnSpPr>
        <p:spPr>
          <a:xfrm rot="10800000">
            <a:off x="8355312" y="6362521"/>
            <a:ext cx="2493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rot="10800000">
            <a:off x="7666812" y="6456055"/>
            <a:ext cx="2934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" name="Google Shape;15;p2"/>
          <p:cNvGrpSpPr/>
          <p:nvPr/>
        </p:nvGrpSpPr>
        <p:grpSpPr>
          <a:xfrm>
            <a:off x="1048101" y="183700"/>
            <a:ext cx="3243924" cy="431173"/>
            <a:chOff x="1243275" y="57550"/>
            <a:chExt cx="2432943" cy="323380"/>
          </a:xfrm>
        </p:grpSpPr>
        <p:sp>
          <p:nvSpPr>
            <p:cNvPr id="16" name="Google Shape;16;p2"/>
            <p:cNvSpPr/>
            <p:nvPr/>
          </p:nvSpPr>
          <p:spPr>
            <a:xfrm>
              <a:off x="1243275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69409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469409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69409" y="5755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243275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9554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95543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921677" y="5755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921677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21668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1478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1477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37045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37044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5604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5604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7667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766702" y="1901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97300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97299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199127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3856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3855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618018" y="19014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0" name="Google Shape;40;p2"/>
          <p:cNvSpPr/>
          <p:nvPr/>
        </p:nvSpPr>
        <p:spPr>
          <a:xfrm>
            <a:off x="10601200" y="6042533"/>
            <a:ext cx="640000" cy="6400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5668267" y="1146467"/>
            <a:ext cx="5572800" cy="393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8533"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5668200" y="5077133"/>
            <a:ext cx="5572800" cy="63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4577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9" y="412"/>
            <a:ext cx="5328137" cy="562403"/>
          </a:xfrm>
          <a:custGeom>
            <a:avLst/>
            <a:gdLst/>
            <a:ahLst/>
            <a:cxnLst/>
            <a:rect l="l" t="t" r="r" b="b"/>
            <a:pathLst>
              <a:path w="124771" h="13170" extrusionOk="0">
                <a:moveTo>
                  <a:pt x="1" y="1"/>
                </a:moveTo>
                <a:lnTo>
                  <a:pt x="1" y="13168"/>
                </a:lnTo>
                <a:cubicBezTo>
                  <a:pt x="43" y="13167"/>
                  <a:pt x="86" y="13166"/>
                  <a:pt x="129" y="13166"/>
                </a:cubicBezTo>
                <a:cubicBezTo>
                  <a:pt x="238" y="13166"/>
                  <a:pt x="347" y="13169"/>
                  <a:pt x="456" y="13169"/>
                </a:cubicBezTo>
                <a:cubicBezTo>
                  <a:pt x="572" y="13169"/>
                  <a:pt x="688" y="13166"/>
                  <a:pt x="803" y="13150"/>
                </a:cubicBezTo>
                <a:cubicBezTo>
                  <a:pt x="2632" y="12918"/>
                  <a:pt x="4461" y="12677"/>
                  <a:pt x="6290" y="12445"/>
                </a:cubicBezTo>
                <a:cubicBezTo>
                  <a:pt x="8538" y="12151"/>
                  <a:pt x="10795" y="11857"/>
                  <a:pt x="13043" y="11562"/>
                </a:cubicBezTo>
                <a:cubicBezTo>
                  <a:pt x="15327" y="11268"/>
                  <a:pt x="17602" y="10973"/>
                  <a:pt x="19886" y="10679"/>
                </a:cubicBezTo>
                <a:cubicBezTo>
                  <a:pt x="22589" y="10331"/>
                  <a:pt x="25292" y="9983"/>
                  <a:pt x="27995" y="9635"/>
                </a:cubicBezTo>
                <a:cubicBezTo>
                  <a:pt x="30323" y="9341"/>
                  <a:pt x="32661" y="9038"/>
                  <a:pt x="34998" y="8743"/>
                </a:cubicBezTo>
                <a:cubicBezTo>
                  <a:pt x="37353" y="8449"/>
                  <a:pt x="39717" y="8154"/>
                  <a:pt x="42072" y="7869"/>
                </a:cubicBezTo>
                <a:cubicBezTo>
                  <a:pt x="44517" y="7575"/>
                  <a:pt x="46961" y="7289"/>
                  <a:pt x="49405" y="7004"/>
                </a:cubicBezTo>
                <a:cubicBezTo>
                  <a:pt x="51975" y="6700"/>
                  <a:pt x="54553" y="6397"/>
                  <a:pt x="57131" y="6103"/>
                </a:cubicBezTo>
                <a:cubicBezTo>
                  <a:pt x="59281" y="5853"/>
                  <a:pt x="61431" y="5612"/>
                  <a:pt x="63581" y="5371"/>
                </a:cubicBezTo>
                <a:cubicBezTo>
                  <a:pt x="65784" y="5130"/>
                  <a:pt x="67997" y="4889"/>
                  <a:pt x="70200" y="4657"/>
                </a:cubicBezTo>
                <a:cubicBezTo>
                  <a:pt x="72511" y="4416"/>
                  <a:pt x="74830" y="4176"/>
                  <a:pt x="77141" y="3944"/>
                </a:cubicBezTo>
                <a:cubicBezTo>
                  <a:pt x="79585" y="3694"/>
                  <a:pt x="82039" y="3453"/>
                  <a:pt x="84483" y="3212"/>
                </a:cubicBezTo>
                <a:cubicBezTo>
                  <a:pt x="86454" y="3025"/>
                  <a:pt x="88426" y="2846"/>
                  <a:pt x="90398" y="2668"/>
                </a:cubicBezTo>
                <a:cubicBezTo>
                  <a:pt x="93110" y="2427"/>
                  <a:pt x="95822" y="2168"/>
                  <a:pt x="98542" y="1945"/>
                </a:cubicBezTo>
                <a:cubicBezTo>
                  <a:pt x="100862" y="1749"/>
                  <a:pt x="103181" y="1580"/>
                  <a:pt x="105501" y="1401"/>
                </a:cubicBezTo>
                <a:cubicBezTo>
                  <a:pt x="108811" y="1151"/>
                  <a:pt x="112111" y="893"/>
                  <a:pt x="115421" y="661"/>
                </a:cubicBezTo>
                <a:cubicBezTo>
                  <a:pt x="118356" y="464"/>
                  <a:pt x="121300" y="304"/>
                  <a:pt x="124235" y="134"/>
                </a:cubicBezTo>
                <a:cubicBezTo>
                  <a:pt x="124422" y="117"/>
                  <a:pt x="124610" y="117"/>
                  <a:pt x="1247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" name="Google Shape;45;p3"/>
          <p:cNvSpPr/>
          <p:nvPr/>
        </p:nvSpPr>
        <p:spPr>
          <a:xfrm>
            <a:off x="7776113" y="413"/>
            <a:ext cx="4416123" cy="246527"/>
          </a:xfrm>
          <a:custGeom>
            <a:avLst/>
            <a:gdLst/>
            <a:ahLst/>
            <a:cxnLst/>
            <a:rect l="l" t="t" r="r" b="b"/>
            <a:pathLst>
              <a:path w="103414" h="5773" extrusionOk="0">
                <a:moveTo>
                  <a:pt x="1" y="1"/>
                </a:moveTo>
                <a:cubicBezTo>
                  <a:pt x="126" y="117"/>
                  <a:pt x="286" y="125"/>
                  <a:pt x="447" y="134"/>
                </a:cubicBezTo>
                <a:cubicBezTo>
                  <a:pt x="2686" y="348"/>
                  <a:pt x="4925" y="572"/>
                  <a:pt x="7156" y="777"/>
                </a:cubicBezTo>
                <a:cubicBezTo>
                  <a:pt x="11465" y="1187"/>
                  <a:pt x="15764" y="1749"/>
                  <a:pt x="20055" y="2284"/>
                </a:cubicBezTo>
                <a:cubicBezTo>
                  <a:pt x="24775" y="2882"/>
                  <a:pt x="29494" y="3507"/>
                  <a:pt x="34213" y="4051"/>
                </a:cubicBezTo>
                <a:cubicBezTo>
                  <a:pt x="38602" y="4559"/>
                  <a:pt x="42991" y="4970"/>
                  <a:pt x="47398" y="5255"/>
                </a:cubicBezTo>
                <a:cubicBezTo>
                  <a:pt x="52064" y="5567"/>
                  <a:pt x="56748" y="5728"/>
                  <a:pt x="61422" y="5764"/>
                </a:cubicBezTo>
                <a:cubicBezTo>
                  <a:pt x="62036" y="5770"/>
                  <a:pt x="62649" y="5773"/>
                  <a:pt x="63262" y="5773"/>
                </a:cubicBezTo>
                <a:cubicBezTo>
                  <a:pt x="67868" y="5773"/>
                  <a:pt x="72472" y="5606"/>
                  <a:pt x="77070" y="5425"/>
                </a:cubicBezTo>
                <a:cubicBezTo>
                  <a:pt x="79077" y="5344"/>
                  <a:pt x="81075" y="5210"/>
                  <a:pt x="83083" y="5094"/>
                </a:cubicBezTo>
                <a:cubicBezTo>
                  <a:pt x="86312" y="4898"/>
                  <a:pt x="89542" y="4702"/>
                  <a:pt x="92771" y="4497"/>
                </a:cubicBezTo>
                <a:cubicBezTo>
                  <a:pt x="94876" y="4363"/>
                  <a:pt x="96982" y="4185"/>
                  <a:pt x="99096" y="4077"/>
                </a:cubicBezTo>
                <a:cubicBezTo>
                  <a:pt x="100338" y="4016"/>
                  <a:pt x="101581" y="3841"/>
                  <a:pt x="102829" y="3841"/>
                </a:cubicBezTo>
                <a:cubicBezTo>
                  <a:pt x="103024" y="3841"/>
                  <a:pt x="103219" y="3845"/>
                  <a:pt x="103414" y="3854"/>
                </a:cubicBezTo>
                <a:lnTo>
                  <a:pt x="10341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" name="Google Shape;46;p3"/>
          <p:cNvGrpSpPr/>
          <p:nvPr/>
        </p:nvGrpSpPr>
        <p:grpSpPr>
          <a:xfrm>
            <a:off x="950800" y="6138800"/>
            <a:ext cx="4563200" cy="253600"/>
            <a:chOff x="713100" y="4604100"/>
            <a:chExt cx="3422400" cy="190200"/>
          </a:xfrm>
        </p:grpSpPr>
        <p:sp>
          <p:nvSpPr>
            <p:cNvPr id="47" name="Google Shape;47;p3"/>
            <p:cNvSpPr/>
            <p:nvPr/>
          </p:nvSpPr>
          <p:spPr>
            <a:xfrm rot="-5400000">
              <a:off x="7131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 rot="-5400000">
              <a:off x="98245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 rot="-5400000">
              <a:off x="1251800" y="4604100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 rot="-5400000">
              <a:off x="17905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3"/>
            <p:cNvSpPr/>
            <p:nvPr/>
          </p:nvSpPr>
          <p:spPr>
            <a:xfrm rot="-5400000">
              <a:off x="23292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3"/>
            <p:cNvSpPr/>
            <p:nvPr/>
          </p:nvSpPr>
          <p:spPr>
            <a:xfrm rot="-5400000">
              <a:off x="2598550" y="4604100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3"/>
            <p:cNvSpPr/>
            <p:nvPr/>
          </p:nvSpPr>
          <p:spPr>
            <a:xfrm rot="-5400000">
              <a:off x="313725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3"/>
            <p:cNvSpPr/>
            <p:nvPr/>
          </p:nvSpPr>
          <p:spPr>
            <a:xfrm rot="5400000" flipH="1">
              <a:off x="39453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3"/>
            <p:cNvSpPr/>
            <p:nvPr/>
          </p:nvSpPr>
          <p:spPr>
            <a:xfrm rot="5400000" flipH="1">
              <a:off x="3675950" y="4604100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950813" y="719188"/>
            <a:ext cx="3181700" cy="93533"/>
            <a:chOff x="4572009" y="539391"/>
            <a:chExt cx="2386275" cy="70150"/>
          </a:xfrm>
        </p:grpSpPr>
        <p:cxnSp>
          <p:nvCxnSpPr>
            <p:cNvPr id="57" name="Google Shape;57;p3"/>
            <p:cNvCxnSpPr/>
            <p:nvPr/>
          </p:nvCxnSpPr>
          <p:spPr>
            <a:xfrm rot="10800000">
              <a:off x="5088384" y="539391"/>
              <a:ext cx="1869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3"/>
            <p:cNvCxnSpPr/>
            <p:nvPr/>
          </p:nvCxnSpPr>
          <p:spPr>
            <a:xfrm rot="10800000">
              <a:off x="4572009" y="609541"/>
              <a:ext cx="2200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Google Shape;59;p3"/>
          <p:cNvSpPr/>
          <p:nvPr/>
        </p:nvSpPr>
        <p:spPr>
          <a:xfrm>
            <a:off x="578000" y="1538041"/>
            <a:ext cx="372800" cy="3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60;p3"/>
          <p:cNvSpPr/>
          <p:nvPr/>
        </p:nvSpPr>
        <p:spPr>
          <a:xfrm>
            <a:off x="6267534" y="6313374"/>
            <a:ext cx="5924703" cy="544297"/>
          </a:xfrm>
          <a:custGeom>
            <a:avLst/>
            <a:gdLst/>
            <a:ahLst/>
            <a:cxnLst/>
            <a:rect l="l" t="t" r="r" b="b"/>
            <a:pathLst>
              <a:path w="138741" h="12746" extrusionOk="0">
                <a:moveTo>
                  <a:pt x="137154" y="1"/>
                </a:moveTo>
                <a:cubicBezTo>
                  <a:pt x="135649" y="1"/>
                  <a:pt x="134156" y="160"/>
                  <a:pt x="132683" y="470"/>
                </a:cubicBezTo>
                <a:cubicBezTo>
                  <a:pt x="128107" y="1443"/>
                  <a:pt x="123548" y="2460"/>
                  <a:pt x="118936" y="3191"/>
                </a:cubicBezTo>
                <a:cubicBezTo>
                  <a:pt x="114841" y="3833"/>
                  <a:pt x="110738" y="4395"/>
                  <a:pt x="106625" y="4859"/>
                </a:cubicBezTo>
                <a:cubicBezTo>
                  <a:pt x="103065" y="5261"/>
                  <a:pt x="99497" y="5582"/>
                  <a:pt x="95929" y="5885"/>
                </a:cubicBezTo>
                <a:cubicBezTo>
                  <a:pt x="91584" y="6251"/>
                  <a:pt x="87240" y="6528"/>
                  <a:pt x="82886" y="6768"/>
                </a:cubicBezTo>
                <a:cubicBezTo>
                  <a:pt x="79228" y="6974"/>
                  <a:pt x="75562" y="7134"/>
                  <a:pt x="71904" y="7241"/>
                </a:cubicBezTo>
                <a:cubicBezTo>
                  <a:pt x="66935" y="7384"/>
                  <a:pt x="61957" y="7500"/>
                  <a:pt x="56979" y="7553"/>
                </a:cubicBezTo>
                <a:cubicBezTo>
                  <a:pt x="54263" y="7586"/>
                  <a:pt x="51545" y="7605"/>
                  <a:pt x="48827" y="7605"/>
                </a:cubicBezTo>
                <a:cubicBezTo>
                  <a:pt x="45555" y="7605"/>
                  <a:pt x="42282" y="7577"/>
                  <a:pt x="39012" y="7509"/>
                </a:cubicBezTo>
                <a:cubicBezTo>
                  <a:pt x="37892" y="7484"/>
                  <a:pt x="36771" y="7471"/>
                  <a:pt x="35651" y="7471"/>
                </a:cubicBezTo>
                <a:cubicBezTo>
                  <a:pt x="31636" y="7471"/>
                  <a:pt x="27625" y="7627"/>
                  <a:pt x="23615" y="7892"/>
                </a:cubicBezTo>
                <a:cubicBezTo>
                  <a:pt x="18860" y="8205"/>
                  <a:pt x="14140" y="8740"/>
                  <a:pt x="9475" y="9695"/>
                </a:cubicBezTo>
                <a:cubicBezTo>
                  <a:pt x="6513" y="10292"/>
                  <a:pt x="3596" y="11059"/>
                  <a:pt x="812" y="12273"/>
                </a:cubicBezTo>
                <a:cubicBezTo>
                  <a:pt x="527" y="12398"/>
                  <a:pt x="197" y="12451"/>
                  <a:pt x="1" y="12746"/>
                </a:cubicBezTo>
                <a:lnTo>
                  <a:pt x="138741" y="12746"/>
                </a:lnTo>
                <a:lnTo>
                  <a:pt x="138741" y="60"/>
                </a:lnTo>
                <a:cubicBezTo>
                  <a:pt x="138210" y="20"/>
                  <a:pt x="137681" y="1"/>
                  <a:pt x="13715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3"/>
          <p:cNvSpPr txBox="1">
            <a:spLocks noGrp="1"/>
          </p:cNvSpPr>
          <p:nvPr>
            <p:ph type="title"/>
          </p:nvPr>
        </p:nvSpPr>
        <p:spPr>
          <a:xfrm>
            <a:off x="960000" y="3215651"/>
            <a:ext cx="37316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62" name="Google Shape;62;p3"/>
          <p:cNvSpPr txBox="1">
            <a:spLocks noGrp="1"/>
          </p:cNvSpPr>
          <p:nvPr>
            <p:ph type="title" idx="2" hasCustomPrompt="1"/>
          </p:nvPr>
        </p:nvSpPr>
        <p:spPr>
          <a:xfrm>
            <a:off x="2216200" y="1659384"/>
            <a:ext cx="1219200" cy="141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3" name="Google Shape;63;p3"/>
          <p:cNvSpPr txBox="1">
            <a:spLocks noGrp="1"/>
          </p:cNvSpPr>
          <p:nvPr>
            <p:ph type="subTitle" idx="1"/>
          </p:nvPr>
        </p:nvSpPr>
        <p:spPr>
          <a:xfrm>
            <a:off x="960000" y="4477117"/>
            <a:ext cx="3731600" cy="72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1438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4"/>
          <p:cNvGrpSpPr/>
          <p:nvPr/>
        </p:nvGrpSpPr>
        <p:grpSpPr>
          <a:xfrm rot="10800000" flipH="1">
            <a:off x="-11" y="-43"/>
            <a:ext cx="12193180" cy="6857793"/>
            <a:chOff x="242125" y="854375"/>
            <a:chExt cx="7137750" cy="4014475"/>
          </a:xfrm>
        </p:grpSpPr>
        <p:sp>
          <p:nvSpPr>
            <p:cNvPr id="66" name="Google Shape;66;p4"/>
            <p:cNvSpPr/>
            <p:nvPr/>
          </p:nvSpPr>
          <p:spPr>
            <a:xfrm>
              <a:off x="3754800" y="854375"/>
              <a:ext cx="3625075" cy="238650"/>
            </a:xfrm>
            <a:custGeom>
              <a:avLst/>
              <a:gdLst/>
              <a:ahLst/>
              <a:cxnLst/>
              <a:rect l="l" t="t" r="r" b="b"/>
              <a:pathLst>
                <a:path w="145003" h="9546" extrusionOk="0">
                  <a:moveTo>
                    <a:pt x="0" y="1"/>
                  </a:moveTo>
                  <a:cubicBezTo>
                    <a:pt x="250" y="3150"/>
                    <a:pt x="1686" y="5585"/>
                    <a:pt x="4362" y="7262"/>
                  </a:cubicBezTo>
                  <a:cubicBezTo>
                    <a:pt x="6744" y="8752"/>
                    <a:pt x="9412" y="9287"/>
                    <a:pt x="12159" y="9466"/>
                  </a:cubicBezTo>
                  <a:cubicBezTo>
                    <a:pt x="12996" y="9520"/>
                    <a:pt x="13831" y="9545"/>
                    <a:pt x="14665" y="9545"/>
                  </a:cubicBezTo>
                  <a:cubicBezTo>
                    <a:pt x="18108" y="9545"/>
                    <a:pt x="21527" y="9111"/>
                    <a:pt x="24917" y="8458"/>
                  </a:cubicBezTo>
                  <a:cubicBezTo>
                    <a:pt x="30082" y="7450"/>
                    <a:pt x="35265" y="6566"/>
                    <a:pt x="40493" y="5897"/>
                  </a:cubicBezTo>
                  <a:cubicBezTo>
                    <a:pt x="45078" y="5317"/>
                    <a:pt x="49690" y="4916"/>
                    <a:pt x="54311" y="4702"/>
                  </a:cubicBezTo>
                  <a:cubicBezTo>
                    <a:pt x="56543" y="4596"/>
                    <a:pt x="58777" y="4547"/>
                    <a:pt x="61013" y="4547"/>
                  </a:cubicBezTo>
                  <a:cubicBezTo>
                    <a:pt x="63298" y="4547"/>
                    <a:pt x="65585" y="4598"/>
                    <a:pt x="67871" y="4693"/>
                  </a:cubicBezTo>
                  <a:cubicBezTo>
                    <a:pt x="69736" y="4773"/>
                    <a:pt x="71609" y="4889"/>
                    <a:pt x="73474" y="5050"/>
                  </a:cubicBezTo>
                  <a:cubicBezTo>
                    <a:pt x="76034" y="5264"/>
                    <a:pt x="78586" y="5523"/>
                    <a:pt x="81137" y="5781"/>
                  </a:cubicBezTo>
                  <a:cubicBezTo>
                    <a:pt x="83269" y="6004"/>
                    <a:pt x="85383" y="6263"/>
                    <a:pt x="87516" y="6504"/>
                  </a:cubicBezTo>
                  <a:cubicBezTo>
                    <a:pt x="89665" y="6745"/>
                    <a:pt x="91815" y="7004"/>
                    <a:pt x="93965" y="7209"/>
                  </a:cubicBezTo>
                  <a:cubicBezTo>
                    <a:pt x="96472" y="7459"/>
                    <a:pt x="98979" y="7637"/>
                    <a:pt x="101486" y="7771"/>
                  </a:cubicBezTo>
                  <a:cubicBezTo>
                    <a:pt x="102998" y="7850"/>
                    <a:pt x="104510" y="7885"/>
                    <a:pt x="106021" y="7885"/>
                  </a:cubicBezTo>
                  <a:cubicBezTo>
                    <a:pt x="108442" y="7885"/>
                    <a:pt x="110863" y="7794"/>
                    <a:pt x="113279" y="7646"/>
                  </a:cubicBezTo>
                  <a:cubicBezTo>
                    <a:pt x="116295" y="7467"/>
                    <a:pt x="119310" y="7271"/>
                    <a:pt x="122325" y="7066"/>
                  </a:cubicBezTo>
                  <a:cubicBezTo>
                    <a:pt x="124779" y="6897"/>
                    <a:pt x="127232" y="6727"/>
                    <a:pt x="129685" y="6531"/>
                  </a:cubicBezTo>
                  <a:cubicBezTo>
                    <a:pt x="132406" y="6299"/>
                    <a:pt x="135118" y="6040"/>
                    <a:pt x="137830" y="5790"/>
                  </a:cubicBezTo>
                  <a:cubicBezTo>
                    <a:pt x="140230" y="5558"/>
                    <a:pt x="142621" y="5317"/>
                    <a:pt x="145003" y="4978"/>
                  </a:cubicBezTo>
                  <a:lnTo>
                    <a:pt x="145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242125" y="4700825"/>
              <a:ext cx="4905700" cy="168025"/>
            </a:xfrm>
            <a:custGeom>
              <a:avLst/>
              <a:gdLst/>
              <a:ahLst/>
              <a:cxnLst/>
              <a:rect l="l" t="t" r="r" b="b"/>
              <a:pathLst>
                <a:path w="196228" h="6721" extrusionOk="0">
                  <a:moveTo>
                    <a:pt x="30642" y="1"/>
                  </a:moveTo>
                  <a:cubicBezTo>
                    <a:pt x="30545" y="1"/>
                    <a:pt x="30447" y="2"/>
                    <a:pt x="30350" y="3"/>
                  </a:cubicBezTo>
                  <a:cubicBezTo>
                    <a:pt x="25024" y="83"/>
                    <a:pt x="19716" y="351"/>
                    <a:pt x="14435" y="1082"/>
                  </a:cubicBezTo>
                  <a:cubicBezTo>
                    <a:pt x="10590" y="1609"/>
                    <a:pt x="6798" y="2358"/>
                    <a:pt x="3069" y="3402"/>
                  </a:cubicBezTo>
                  <a:cubicBezTo>
                    <a:pt x="2043" y="3696"/>
                    <a:pt x="1053" y="4116"/>
                    <a:pt x="1" y="4312"/>
                  </a:cubicBezTo>
                  <a:lnTo>
                    <a:pt x="1" y="6721"/>
                  </a:lnTo>
                  <a:lnTo>
                    <a:pt x="196228" y="6721"/>
                  </a:lnTo>
                  <a:cubicBezTo>
                    <a:pt x="195309" y="6221"/>
                    <a:pt x="194274" y="6043"/>
                    <a:pt x="193275" y="5775"/>
                  </a:cubicBezTo>
                  <a:cubicBezTo>
                    <a:pt x="184818" y="3464"/>
                    <a:pt x="176173" y="2251"/>
                    <a:pt x="167449" y="1600"/>
                  </a:cubicBezTo>
                  <a:cubicBezTo>
                    <a:pt x="163470" y="1305"/>
                    <a:pt x="159491" y="1181"/>
                    <a:pt x="155503" y="1163"/>
                  </a:cubicBezTo>
                  <a:cubicBezTo>
                    <a:pt x="155282" y="1162"/>
                    <a:pt x="155060" y="1162"/>
                    <a:pt x="154839" y="1162"/>
                  </a:cubicBezTo>
                  <a:cubicBezTo>
                    <a:pt x="149066" y="1162"/>
                    <a:pt x="143301" y="1386"/>
                    <a:pt x="137545" y="1859"/>
                  </a:cubicBezTo>
                  <a:cubicBezTo>
                    <a:pt x="134485" y="2108"/>
                    <a:pt x="131425" y="2376"/>
                    <a:pt x="128374" y="2760"/>
                  </a:cubicBezTo>
                  <a:cubicBezTo>
                    <a:pt x="124494" y="3241"/>
                    <a:pt x="120622" y="3687"/>
                    <a:pt x="116724" y="3955"/>
                  </a:cubicBezTo>
                  <a:cubicBezTo>
                    <a:pt x="112352" y="4249"/>
                    <a:pt x="107963" y="4392"/>
                    <a:pt x="103574" y="4455"/>
                  </a:cubicBezTo>
                  <a:cubicBezTo>
                    <a:pt x="102411" y="4470"/>
                    <a:pt x="101247" y="4477"/>
                    <a:pt x="100083" y="4477"/>
                  </a:cubicBezTo>
                  <a:cubicBezTo>
                    <a:pt x="94536" y="4477"/>
                    <a:pt x="88984" y="4315"/>
                    <a:pt x="83439" y="4116"/>
                  </a:cubicBezTo>
                  <a:cubicBezTo>
                    <a:pt x="81137" y="4026"/>
                    <a:pt x="78845" y="3910"/>
                    <a:pt x="76552" y="3777"/>
                  </a:cubicBezTo>
                  <a:cubicBezTo>
                    <a:pt x="73394" y="3598"/>
                    <a:pt x="70254" y="3384"/>
                    <a:pt x="67105" y="3179"/>
                  </a:cubicBezTo>
                  <a:cubicBezTo>
                    <a:pt x="65445" y="3063"/>
                    <a:pt x="63795" y="2938"/>
                    <a:pt x="62145" y="2804"/>
                  </a:cubicBezTo>
                  <a:cubicBezTo>
                    <a:pt x="59825" y="2617"/>
                    <a:pt x="57506" y="2421"/>
                    <a:pt x="55186" y="2224"/>
                  </a:cubicBezTo>
                  <a:cubicBezTo>
                    <a:pt x="53161" y="2046"/>
                    <a:pt x="51136" y="1867"/>
                    <a:pt x="49120" y="1680"/>
                  </a:cubicBezTo>
                  <a:cubicBezTo>
                    <a:pt x="46586" y="1439"/>
                    <a:pt x="44062" y="1189"/>
                    <a:pt x="41537" y="940"/>
                  </a:cubicBezTo>
                  <a:cubicBezTo>
                    <a:pt x="39619" y="752"/>
                    <a:pt x="37710" y="547"/>
                    <a:pt x="35792" y="378"/>
                  </a:cubicBezTo>
                  <a:cubicBezTo>
                    <a:pt x="34078" y="217"/>
                    <a:pt x="32364" y="1"/>
                    <a:pt x="30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8" name="Google Shape;68;p4"/>
          <p:cNvGrpSpPr/>
          <p:nvPr/>
        </p:nvGrpSpPr>
        <p:grpSpPr>
          <a:xfrm>
            <a:off x="959986" y="6463545"/>
            <a:ext cx="1963783" cy="157427"/>
            <a:chOff x="360600" y="4817825"/>
            <a:chExt cx="2219800" cy="125700"/>
          </a:xfrm>
        </p:grpSpPr>
        <p:sp>
          <p:nvSpPr>
            <p:cNvPr id="69" name="Google Shape;69;p4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4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4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4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4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4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4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4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4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9" name="Google Shape;79;p4"/>
          <p:cNvSpPr/>
          <p:nvPr/>
        </p:nvSpPr>
        <p:spPr>
          <a:xfrm>
            <a:off x="11518767" y="5724400"/>
            <a:ext cx="414400" cy="41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4"/>
          <p:cNvSpPr/>
          <p:nvPr/>
        </p:nvSpPr>
        <p:spPr>
          <a:xfrm>
            <a:off x="9073300" y="208000"/>
            <a:ext cx="284800" cy="28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1" name="Google Shape;81;p4"/>
          <p:cNvGrpSpPr/>
          <p:nvPr/>
        </p:nvGrpSpPr>
        <p:grpSpPr>
          <a:xfrm>
            <a:off x="11241212" y="373483"/>
            <a:ext cx="691953" cy="691463"/>
            <a:chOff x="3285550" y="1349075"/>
            <a:chExt cx="496475" cy="496075"/>
          </a:xfrm>
        </p:grpSpPr>
        <p:sp>
          <p:nvSpPr>
            <p:cNvPr id="82" name="Google Shape;82;p4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8" name="Google Shape;98;p4"/>
          <p:cNvSpPr/>
          <p:nvPr/>
        </p:nvSpPr>
        <p:spPr>
          <a:xfrm>
            <a:off x="258633" y="3839367"/>
            <a:ext cx="284800" cy="28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"/>
          <p:cNvSpPr txBox="1">
            <a:spLocks noGrp="1"/>
          </p:cNvSpPr>
          <p:nvPr>
            <p:ph type="body" idx="1"/>
          </p:nvPr>
        </p:nvSpPr>
        <p:spPr>
          <a:xfrm>
            <a:off x="960000" y="1583603"/>
            <a:ext cx="10272000" cy="455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667"/>
            </a:lvl1pPr>
            <a:lvl2pPr marL="1219170" lvl="1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5414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 rot="10800000" flipH="1">
            <a:off x="1" y="6434750"/>
            <a:ext cx="2370007" cy="423249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03" name="Google Shape;103;p5"/>
          <p:cNvSpPr/>
          <p:nvPr/>
        </p:nvSpPr>
        <p:spPr>
          <a:xfrm rot="10800000">
            <a:off x="5409283" y="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04" name="Google Shape;104;p5"/>
          <p:cNvSpPr/>
          <p:nvPr/>
        </p:nvSpPr>
        <p:spPr>
          <a:xfrm rot="10800000" flipH="1">
            <a:off x="4581915" y="6359510"/>
            <a:ext cx="7609843" cy="498489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105" name="Google Shape;105;p5"/>
          <p:cNvGrpSpPr/>
          <p:nvPr/>
        </p:nvGrpSpPr>
        <p:grpSpPr>
          <a:xfrm>
            <a:off x="1048101" y="6138800"/>
            <a:ext cx="3243924" cy="431173"/>
            <a:chOff x="1243275" y="57550"/>
            <a:chExt cx="2432943" cy="323380"/>
          </a:xfrm>
        </p:grpSpPr>
        <p:sp>
          <p:nvSpPr>
            <p:cNvPr id="106" name="Google Shape;106;p5"/>
            <p:cNvSpPr/>
            <p:nvPr/>
          </p:nvSpPr>
          <p:spPr>
            <a:xfrm>
              <a:off x="1243275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1469409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1469409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1469409" y="5755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1243275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69554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1695543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1921677" y="5755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921677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1921668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21478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21477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237045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237044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5604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25604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7667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2766702" y="1901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297300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297299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3199127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33856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33855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3618018" y="19014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0" name="Google Shape;130;p5"/>
          <p:cNvSpPr/>
          <p:nvPr/>
        </p:nvSpPr>
        <p:spPr>
          <a:xfrm>
            <a:off x="497367" y="279433"/>
            <a:ext cx="350800" cy="35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1" name="Google Shape;131;p5"/>
          <p:cNvGrpSpPr/>
          <p:nvPr/>
        </p:nvGrpSpPr>
        <p:grpSpPr>
          <a:xfrm rot="5400000">
            <a:off x="10725686" y="4332179"/>
            <a:ext cx="1963783" cy="157427"/>
            <a:chOff x="360600" y="4817825"/>
            <a:chExt cx="2219800" cy="125700"/>
          </a:xfrm>
        </p:grpSpPr>
        <p:sp>
          <p:nvSpPr>
            <p:cNvPr id="132" name="Google Shape;132;p5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5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5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5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5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5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5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5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5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5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title" idx="2"/>
          </p:nvPr>
        </p:nvSpPr>
        <p:spPr>
          <a:xfrm>
            <a:off x="960000" y="2040551"/>
            <a:ext cx="4746800" cy="7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title" idx="3"/>
          </p:nvPr>
        </p:nvSpPr>
        <p:spPr>
          <a:xfrm>
            <a:off x="6485301" y="3858151"/>
            <a:ext cx="4746800" cy="7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Anton"/>
              <a:buNone/>
              <a:defRPr sz="2667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1"/>
          </p:nvPr>
        </p:nvSpPr>
        <p:spPr>
          <a:xfrm>
            <a:off x="6485300" y="4603352"/>
            <a:ext cx="4746800" cy="107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ubTitle" idx="4"/>
          </p:nvPr>
        </p:nvSpPr>
        <p:spPr>
          <a:xfrm>
            <a:off x="960000" y="2785751"/>
            <a:ext cx="4746800" cy="107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9321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 rot="10800000" flipH="1">
            <a:off x="-11" y="-44"/>
            <a:ext cx="8380244" cy="287032"/>
          </a:xfrm>
          <a:custGeom>
            <a:avLst/>
            <a:gdLst/>
            <a:ahLst/>
            <a:cxnLst/>
            <a:rect l="l" t="t" r="r" b="b"/>
            <a:pathLst>
              <a:path w="196228" h="6721" extrusionOk="0">
                <a:moveTo>
                  <a:pt x="30642" y="1"/>
                </a:moveTo>
                <a:cubicBezTo>
                  <a:pt x="30545" y="1"/>
                  <a:pt x="30447" y="2"/>
                  <a:pt x="30350" y="3"/>
                </a:cubicBezTo>
                <a:cubicBezTo>
                  <a:pt x="25024" y="83"/>
                  <a:pt x="19716" y="351"/>
                  <a:pt x="14435" y="1082"/>
                </a:cubicBezTo>
                <a:cubicBezTo>
                  <a:pt x="10590" y="1609"/>
                  <a:pt x="6798" y="2358"/>
                  <a:pt x="3069" y="3402"/>
                </a:cubicBezTo>
                <a:cubicBezTo>
                  <a:pt x="2043" y="3696"/>
                  <a:pt x="1053" y="4116"/>
                  <a:pt x="1" y="4312"/>
                </a:cubicBezTo>
                <a:lnTo>
                  <a:pt x="1" y="6721"/>
                </a:lnTo>
                <a:lnTo>
                  <a:pt x="196228" y="6721"/>
                </a:lnTo>
                <a:cubicBezTo>
                  <a:pt x="195309" y="6221"/>
                  <a:pt x="194274" y="6043"/>
                  <a:pt x="193275" y="5775"/>
                </a:cubicBezTo>
                <a:cubicBezTo>
                  <a:pt x="184818" y="3464"/>
                  <a:pt x="176173" y="2251"/>
                  <a:pt x="167449" y="1600"/>
                </a:cubicBezTo>
                <a:cubicBezTo>
                  <a:pt x="163470" y="1305"/>
                  <a:pt x="159491" y="1181"/>
                  <a:pt x="155503" y="1163"/>
                </a:cubicBezTo>
                <a:cubicBezTo>
                  <a:pt x="155282" y="1162"/>
                  <a:pt x="155060" y="1162"/>
                  <a:pt x="154839" y="1162"/>
                </a:cubicBezTo>
                <a:cubicBezTo>
                  <a:pt x="149066" y="1162"/>
                  <a:pt x="143301" y="1386"/>
                  <a:pt x="137545" y="1859"/>
                </a:cubicBezTo>
                <a:cubicBezTo>
                  <a:pt x="134485" y="2108"/>
                  <a:pt x="131425" y="2376"/>
                  <a:pt x="128374" y="2760"/>
                </a:cubicBezTo>
                <a:cubicBezTo>
                  <a:pt x="124494" y="3241"/>
                  <a:pt x="120622" y="3687"/>
                  <a:pt x="116724" y="3955"/>
                </a:cubicBezTo>
                <a:cubicBezTo>
                  <a:pt x="112352" y="4249"/>
                  <a:pt x="107963" y="4392"/>
                  <a:pt x="103574" y="4455"/>
                </a:cubicBezTo>
                <a:cubicBezTo>
                  <a:pt x="102411" y="4470"/>
                  <a:pt x="101247" y="4477"/>
                  <a:pt x="100083" y="4477"/>
                </a:cubicBezTo>
                <a:cubicBezTo>
                  <a:pt x="94536" y="4477"/>
                  <a:pt x="88984" y="4315"/>
                  <a:pt x="83439" y="4116"/>
                </a:cubicBezTo>
                <a:cubicBezTo>
                  <a:pt x="81137" y="4026"/>
                  <a:pt x="78845" y="3910"/>
                  <a:pt x="76552" y="3777"/>
                </a:cubicBezTo>
                <a:cubicBezTo>
                  <a:pt x="73394" y="3598"/>
                  <a:pt x="70254" y="3384"/>
                  <a:pt x="67105" y="3179"/>
                </a:cubicBezTo>
                <a:cubicBezTo>
                  <a:pt x="65445" y="3063"/>
                  <a:pt x="63795" y="2938"/>
                  <a:pt x="62145" y="2804"/>
                </a:cubicBezTo>
                <a:cubicBezTo>
                  <a:pt x="59825" y="2617"/>
                  <a:pt x="57506" y="2421"/>
                  <a:pt x="55186" y="2224"/>
                </a:cubicBezTo>
                <a:cubicBezTo>
                  <a:pt x="53161" y="2046"/>
                  <a:pt x="51136" y="1867"/>
                  <a:pt x="49120" y="1680"/>
                </a:cubicBezTo>
                <a:cubicBezTo>
                  <a:pt x="46586" y="1439"/>
                  <a:pt x="44062" y="1189"/>
                  <a:pt x="41537" y="940"/>
                </a:cubicBezTo>
                <a:cubicBezTo>
                  <a:pt x="39619" y="752"/>
                  <a:pt x="37710" y="547"/>
                  <a:pt x="35792" y="378"/>
                </a:cubicBezTo>
                <a:cubicBezTo>
                  <a:pt x="34078" y="217"/>
                  <a:pt x="32364" y="1"/>
                  <a:pt x="306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9" name="Google Shape;149;p6"/>
          <p:cNvSpPr/>
          <p:nvPr/>
        </p:nvSpPr>
        <p:spPr>
          <a:xfrm>
            <a:off x="6267534" y="6313374"/>
            <a:ext cx="5924703" cy="544297"/>
          </a:xfrm>
          <a:custGeom>
            <a:avLst/>
            <a:gdLst/>
            <a:ahLst/>
            <a:cxnLst/>
            <a:rect l="l" t="t" r="r" b="b"/>
            <a:pathLst>
              <a:path w="138741" h="12746" extrusionOk="0">
                <a:moveTo>
                  <a:pt x="137154" y="1"/>
                </a:moveTo>
                <a:cubicBezTo>
                  <a:pt x="135649" y="1"/>
                  <a:pt x="134156" y="160"/>
                  <a:pt x="132683" y="470"/>
                </a:cubicBezTo>
                <a:cubicBezTo>
                  <a:pt x="128107" y="1443"/>
                  <a:pt x="123548" y="2460"/>
                  <a:pt x="118936" y="3191"/>
                </a:cubicBezTo>
                <a:cubicBezTo>
                  <a:pt x="114841" y="3833"/>
                  <a:pt x="110738" y="4395"/>
                  <a:pt x="106625" y="4859"/>
                </a:cubicBezTo>
                <a:cubicBezTo>
                  <a:pt x="103065" y="5261"/>
                  <a:pt x="99497" y="5582"/>
                  <a:pt x="95929" y="5885"/>
                </a:cubicBezTo>
                <a:cubicBezTo>
                  <a:pt x="91584" y="6251"/>
                  <a:pt x="87240" y="6528"/>
                  <a:pt x="82886" y="6768"/>
                </a:cubicBezTo>
                <a:cubicBezTo>
                  <a:pt x="79228" y="6974"/>
                  <a:pt x="75562" y="7134"/>
                  <a:pt x="71904" y="7241"/>
                </a:cubicBezTo>
                <a:cubicBezTo>
                  <a:pt x="66935" y="7384"/>
                  <a:pt x="61957" y="7500"/>
                  <a:pt x="56979" y="7553"/>
                </a:cubicBezTo>
                <a:cubicBezTo>
                  <a:pt x="54263" y="7586"/>
                  <a:pt x="51545" y="7605"/>
                  <a:pt x="48827" y="7605"/>
                </a:cubicBezTo>
                <a:cubicBezTo>
                  <a:pt x="45555" y="7605"/>
                  <a:pt x="42282" y="7577"/>
                  <a:pt x="39012" y="7509"/>
                </a:cubicBezTo>
                <a:cubicBezTo>
                  <a:pt x="37892" y="7484"/>
                  <a:pt x="36771" y="7471"/>
                  <a:pt x="35651" y="7471"/>
                </a:cubicBezTo>
                <a:cubicBezTo>
                  <a:pt x="31636" y="7471"/>
                  <a:pt x="27625" y="7627"/>
                  <a:pt x="23615" y="7892"/>
                </a:cubicBezTo>
                <a:cubicBezTo>
                  <a:pt x="18860" y="8205"/>
                  <a:pt x="14140" y="8740"/>
                  <a:pt x="9475" y="9695"/>
                </a:cubicBezTo>
                <a:cubicBezTo>
                  <a:pt x="6513" y="10292"/>
                  <a:pt x="3596" y="11059"/>
                  <a:pt x="812" y="12273"/>
                </a:cubicBezTo>
                <a:cubicBezTo>
                  <a:pt x="527" y="12398"/>
                  <a:pt x="197" y="12451"/>
                  <a:pt x="1" y="12746"/>
                </a:cubicBezTo>
                <a:lnTo>
                  <a:pt x="138741" y="12746"/>
                </a:lnTo>
                <a:lnTo>
                  <a:pt x="138741" y="60"/>
                </a:lnTo>
                <a:cubicBezTo>
                  <a:pt x="138210" y="20"/>
                  <a:pt x="137681" y="1"/>
                  <a:pt x="13715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" name="Google Shape;150;p6"/>
          <p:cNvSpPr/>
          <p:nvPr/>
        </p:nvSpPr>
        <p:spPr>
          <a:xfrm>
            <a:off x="11501367" y="434400"/>
            <a:ext cx="363600" cy="363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1" name="Google Shape;151;p6"/>
          <p:cNvGrpSpPr/>
          <p:nvPr/>
        </p:nvGrpSpPr>
        <p:grpSpPr>
          <a:xfrm>
            <a:off x="590115" y="959962"/>
            <a:ext cx="638069" cy="637621"/>
            <a:chOff x="3285550" y="1349075"/>
            <a:chExt cx="496475" cy="496075"/>
          </a:xfrm>
        </p:grpSpPr>
        <p:sp>
          <p:nvSpPr>
            <p:cNvPr id="152" name="Google Shape;152;p6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8" name="Google Shape;168;p6"/>
          <p:cNvSpPr/>
          <p:nvPr/>
        </p:nvSpPr>
        <p:spPr>
          <a:xfrm rot="10800000" flipH="1">
            <a:off x="1" y="6537170"/>
            <a:ext cx="3649500" cy="320831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69" name="Google Shape;169;p6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2577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9" y="412"/>
            <a:ext cx="5328137" cy="562403"/>
          </a:xfrm>
          <a:custGeom>
            <a:avLst/>
            <a:gdLst/>
            <a:ahLst/>
            <a:cxnLst/>
            <a:rect l="l" t="t" r="r" b="b"/>
            <a:pathLst>
              <a:path w="124771" h="13170" extrusionOk="0">
                <a:moveTo>
                  <a:pt x="1" y="1"/>
                </a:moveTo>
                <a:lnTo>
                  <a:pt x="1" y="13168"/>
                </a:lnTo>
                <a:cubicBezTo>
                  <a:pt x="43" y="13167"/>
                  <a:pt x="86" y="13166"/>
                  <a:pt x="129" y="13166"/>
                </a:cubicBezTo>
                <a:cubicBezTo>
                  <a:pt x="238" y="13166"/>
                  <a:pt x="347" y="13169"/>
                  <a:pt x="456" y="13169"/>
                </a:cubicBezTo>
                <a:cubicBezTo>
                  <a:pt x="572" y="13169"/>
                  <a:pt x="688" y="13166"/>
                  <a:pt x="803" y="13150"/>
                </a:cubicBezTo>
                <a:cubicBezTo>
                  <a:pt x="2632" y="12918"/>
                  <a:pt x="4461" y="12677"/>
                  <a:pt x="6290" y="12445"/>
                </a:cubicBezTo>
                <a:cubicBezTo>
                  <a:pt x="8538" y="12151"/>
                  <a:pt x="10795" y="11857"/>
                  <a:pt x="13043" y="11562"/>
                </a:cubicBezTo>
                <a:cubicBezTo>
                  <a:pt x="15327" y="11268"/>
                  <a:pt x="17602" y="10973"/>
                  <a:pt x="19886" y="10679"/>
                </a:cubicBezTo>
                <a:cubicBezTo>
                  <a:pt x="22589" y="10331"/>
                  <a:pt x="25292" y="9983"/>
                  <a:pt x="27995" y="9635"/>
                </a:cubicBezTo>
                <a:cubicBezTo>
                  <a:pt x="30323" y="9341"/>
                  <a:pt x="32661" y="9038"/>
                  <a:pt x="34998" y="8743"/>
                </a:cubicBezTo>
                <a:cubicBezTo>
                  <a:pt x="37353" y="8449"/>
                  <a:pt x="39717" y="8154"/>
                  <a:pt x="42072" y="7869"/>
                </a:cubicBezTo>
                <a:cubicBezTo>
                  <a:pt x="44517" y="7575"/>
                  <a:pt x="46961" y="7289"/>
                  <a:pt x="49405" y="7004"/>
                </a:cubicBezTo>
                <a:cubicBezTo>
                  <a:pt x="51975" y="6700"/>
                  <a:pt x="54553" y="6397"/>
                  <a:pt x="57131" y="6103"/>
                </a:cubicBezTo>
                <a:cubicBezTo>
                  <a:pt x="59281" y="5853"/>
                  <a:pt x="61431" y="5612"/>
                  <a:pt x="63581" y="5371"/>
                </a:cubicBezTo>
                <a:cubicBezTo>
                  <a:pt x="65784" y="5130"/>
                  <a:pt x="67997" y="4889"/>
                  <a:pt x="70200" y="4657"/>
                </a:cubicBezTo>
                <a:cubicBezTo>
                  <a:pt x="72511" y="4416"/>
                  <a:pt x="74830" y="4176"/>
                  <a:pt x="77141" y="3944"/>
                </a:cubicBezTo>
                <a:cubicBezTo>
                  <a:pt x="79585" y="3694"/>
                  <a:pt x="82039" y="3453"/>
                  <a:pt x="84483" y="3212"/>
                </a:cubicBezTo>
                <a:cubicBezTo>
                  <a:pt x="86454" y="3025"/>
                  <a:pt x="88426" y="2846"/>
                  <a:pt x="90398" y="2668"/>
                </a:cubicBezTo>
                <a:cubicBezTo>
                  <a:pt x="93110" y="2427"/>
                  <a:pt x="95822" y="2168"/>
                  <a:pt x="98542" y="1945"/>
                </a:cubicBezTo>
                <a:cubicBezTo>
                  <a:pt x="100862" y="1749"/>
                  <a:pt x="103181" y="1580"/>
                  <a:pt x="105501" y="1401"/>
                </a:cubicBezTo>
                <a:cubicBezTo>
                  <a:pt x="108811" y="1151"/>
                  <a:pt x="112111" y="893"/>
                  <a:pt x="115421" y="661"/>
                </a:cubicBezTo>
                <a:cubicBezTo>
                  <a:pt x="118356" y="464"/>
                  <a:pt x="121300" y="304"/>
                  <a:pt x="124235" y="134"/>
                </a:cubicBezTo>
                <a:cubicBezTo>
                  <a:pt x="124422" y="117"/>
                  <a:pt x="124610" y="117"/>
                  <a:pt x="1247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2" name="Google Shape;172;p7"/>
          <p:cNvSpPr/>
          <p:nvPr/>
        </p:nvSpPr>
        <p:spPr>
          <a:xfrm>
            <a:off x="7776113" y="413"/>
            <a:ext cx="4416123" cy="246527"/>
          </a:xfrm>
          <a:custGeom>
            <a:avLst/>
            <a:gdLst/>
            <a:ahLst/>
            <a:cxnLst/>
            <a:rect l="l" t="t" r="r" b="b"/>
            <a:pathLst>
              <a:path w="103414" h="5773" extrusionOk="0">
                <a:moveTo>
                  <a:pt x="1" y="1"/>
                </a:moveTo>
                <a:cubicBezTo>
                  <a:pt x="126" y="117"/>
                  <a:pt x="286" y="125"/>
                  <a:pt x="447" y="134"/>
                </a:cubicBezTo>
                <a:cubicBezTo>
                  <a:pt x="2686" y="348"/>
                  <a:pt x="4925" y="572"/>
                  <a:pt x="7156" y="777"/>
                </a:cubicBezTo>
                <a:cubicBezTo>
                  <a:pt x="11465" y="1187"/>
                  <a:pt x="15764" y="1749"/>
                  <a:pt x="20055" y="2284"/>
                </a:cubicBezTo>
                <a:cubicBezTo>
                  <a:pt x="24775" y="2882"/>
                  <a:pt x="29494" y="3507"/>
                  <a:pt x="34213" y="4051"/>
                </a:cubicBezTo>
                <a:cubicBezTo>
                  <a:pt x="38602" y="4559"/>
                  <a:pt x="42991" y="4970"/>
                  <a:pt x="47398" y="5255"/>
                </a:cubicBezTo>
                <a:cubicBezTo>
                  <a:pt x="52064" y="5567"/>
                  <a:pt x="56748" y="5728"/>
                  <a:pt x="61422" y="5764"/>
                </a:cubicBezTo>
                <a:cubicBezTo>
                  <a:pt x="62036" y="5770"/>
                  <a:pt x="62649" y="5773"/>
                  <a:pt x="63262" y="5773"/>
                </a:cubicBezTo>
                <a:cubicBezTo>
                  <a:pt x="67868" y="5773"/>
                  <a:pt x="72472" y="5606"/>
                  <a:pt x="77070" y="5425"/>
                </a:cubicBezTo>
                <a:cubicBezTo>
                  <a:pt x="79077" y="5344"/>
                  <a:pt x="81075" y="5210"/>
                  <a:pt x="83083" y="5094"/>
                </a:cubicBezTo>
                <a:cubicBezTo>
                  <a:pt x="86312" y="4898"/>
                  <a:pt x="89542" y="4702"/>
                  <a:pt x="92771" y="4497"/>
                </a:cubicBezTo>
                <a:cubicBezTo>
                  <a:pt x="94876" y="4363"/>
                  <a:pt x="96982" y="4185"/>
                  <a:pt x="99096" y="4077"/>
                </a:cubicBezTo>
                <a:cubicBezTo>
                  <a:pt x="100338" y="4016"/>
                  <a:pt x="101581" y="3841"/>
                  <a:pt x="102829" y="3841"/>
                </a:cubicBezTo>
                <a:cubicBezTo>
                  <a:pt x="103024" y="3841"/>
                  <a:pt x="103219" y="3845"/>
                  <a:pt x="103414" y="3854"/>
                </a:cubicBezTo>
                <a:lnTo>
                  <a:pt x="10341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3" name="Google Shape;173;p7"/>
          <p:cNvGrpSpPr/>
          <p:nvPr/>
        </p:nvGrpSpPr>
        <p:grpSpPr>
          <a:xfrm>
            <a:off x="950800" y="6138800"/>
            <a:ext cx="4563200" cy="253600"/>
            <a:chOff x="713100" y="4604100"/>
            <a:chExt cx="3422400" cy="190200"/>
          </a:xfrm>
        </p:grpSpPr>
        <p:sp>
          <p:nvSpPr>
            <p:cNvPr id="174" name="Google Shape;174;p7"/>
            <p:cNvSpPr/>
            <p:nvPr/>
          </p:nvSpPr>
          <p:spPr>
            <a:xfrm rot="-5400000">
              <a:off x="7131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7"/>
            <p:cNvSpPr/>
            <p:nvPr/>
          </p:nvSpPr>
          <p:spPr>
            <a:xfrm rot="-5400000">
              <a:off x="98245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7"/>
            <p:cNvSpPr/>
            <p:nvPr/>
          </p:nvSpPr>
          <p:spPr>
            <a:xfrm rot="-5400000">
              <a:off x="1251800" y="4604100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7"/>
            <p:cNvSpPr/>
            <p:nvPr/>
          </p:nvSpPr>
          <p:spPr>
            <a:xfrm rot="-5400000">
              <a:off x="17905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7"/>
            <p:cNvSpPr/>
            <p:nvPr/>
          </p:nvSpPr>
          <p:spPr>
            <a:xfrm rot="-5400000">
              <a:off x="23292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7"/>
            <p:cNvSpPr/>
            <p:nvPr/>
          </p:nvSpPr>
          <p:spPr>
            <a:xfrm rot="-5400000">
              <a:off x="2598550" y="4604100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7"/>
            <p:cNvSpPr/>
            <p:nvPr/>
          </p:nvSpPr>
          <p:spPr>
            <a:xfrm rot="-5400000">
              <a:off x="313725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7"/>
            <p:cNvSpPr/>
            <p:nvPr/>
          </p:nvSpPr>
          <p:spPr>
            <a:xfrm rot="5400000" flipH="1">
              <a:off x="3945300" y="4604100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7"/>
            <p:cNvSpPr/>
            <p:nvPr/>
          </p:nvSpPr>
          <p:spPr>
            <a:xfrm rot="5400000" flipH="1">
              <a:off x="3675950" y="4604100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589929" y="1449076"/>
            <a:ext cx="721743" cy="721227"/>
            <a:chOff x="3285550" y="1349075"/>
            <a:chExt cx="496475" cy="496075"/>
          </a:xfrm>
        </p:grpSpPr>
        <p:sp>
          <p:nvSpPr>
            <p:cNvPr id="184" name="Google Shape;184;p7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0" name="Google Shape;200;p7"/>
          <p:cNvGrpSpPr/>
          <p:nvPr/>
        </p:nvGrpSpPr>
        <p:grpSpPr>
          <a:xfrm rot="-2700000">
            <a:off x="10855925" y="4783368"/>
            <a:ext cx="770579" cy="467048"/>
            <a:chOff x="7867315" y="323427"/>
            <a:chExt cx="884931" cy="536356"/>
          </a:xfrm>
        </p:grpSpPr>
        <p:grpSp>
          <p:nvGrpSpPr>
            <p:cNvPr id="201" name="Google Shape;201;p7"/>
            <p:cNvGrpSpPr/>
            <p:nvPr/>
          </p:nvGrpSpPr>
          <p:grpSpPr>
            <a:xfrm flipH="1">
              <a:off x="7867315" y="323427"/>
              <a:ext cx="536838" cy="536356"/>
              <a:chOff x="3285550" y="1349075"/>
              <a:chExt cx="496475" cy="496075"/>
            </a:xfrm>
          </p:grpSpPr>
          <p:sp>
            <p:nvSpPr>
              <p:cNvPr id="202" name="Google Shape;202;p7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" name="Google Shape;204;p7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7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7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7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7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7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7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8" name="Google Shape;218;p7"/>
            <p:cNvGrpSpPr/>
            <p:nvPr/>
          </p:nvGrpSpPr>
          <p:grpSpPr>
            <a:xfrm flipH="1">
              <a:off x="8215408" y="323427"/>
              <a:ext cx="536838" cy="536356"/>
              <a:chOff x="3285550" y="1349075"/>
              <a:chExt cx="496475" cy="496075"/>
            </a:xfrm>
          </p:grpSpPr>
          <p:sp>
            <p:nvSpPr>
              <p:cNvPr id="219" name="Google Shape;219;p7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" name="Google Shape;220;p7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" name="Google Shape;221;p7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" name="Google Shape;224;p7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" name="Google Shape;225;p7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" name="Google Shape;226;p7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" name="Google Shape;228;p7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9" name="Google Shape;229;p7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" name="Google Shape;230;p7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" name="Google Shape;234;p7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35" name="Google Shape;235;p7"/>
          <p:cNvSpPr/>
          <p:nvPr/>
        </p:nvSpPr>
        <p:spPr>
          <a:xfrm>
            <a:off x="448000" y="4304833"/>
            <a:ext cx="432400" cy="43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6" name="Google Shape;236;p7"/>
          <p:cNvGrpSpPr/>
          <p:nvPr/>
        </p:nvGrpSpPr>
        <p:grpSpPr>
          <a:xfrm rot="-8378629">
            <a:off x="11007823" y="1101103"/>
            <a:ext cx="466773" cy="930621"/>
            <a:chOff x="6299050" y="981775"/>
            <a:chExt cx="582600" cy="1161550"/>
          </a:xfrm>
        </p:grpSpPr>
        <p:sp>
          <p:nvSpPr>
            <p:cNvPr id="237" name="Google Shape;237;p7"/>
            <p:cNvSpPr/>
            <p:nvPr/>
          </p:nvSpPr>
          <p:spPr>
            <a:xfrm>
              <a:off x="6299050" y="1639325"/>
              <a:ext cx="582600" cy="504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6299050" y="981775"/>
              <a:ext cx="582600" cy="504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6299050" y="1311425"/>
              <a:ext cx="582600" cy="504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0" name="Google Shape;240;p7"/>
          <p:cNvSpPr/>
          <p:nvPr/>
        </p:nvSpPr>
        <p:spPr>
          <a:xfrm>
            <a:off x="6267534" y="6313374"/>
            <a:ext cx="5924703" cy="544297"/>
          </a:xfrm>
          <a:custGeom>
            <a:avLst/>
            <a:gdLst/>
            <a:ahLst/>
            <a:cxnLst/>
            <a:rect l="l" t="t" r="r" b="b"/>
            <a:pathLst>
              <a:path w="138741" h="12746" extrusionOk="0">
                <a:moveTo>
                  <a:pt x="137154" y="1"/>
                </a:moveTo>
                <a:cubicBezTo>
                  <a:pt x="135649" y="1"/>
                  <a:pt x="134156" y="160"/>
                  <a:pt x="132683" y="470"/>
                </a:cubicBezTo>
                <a:cubicBezTo>
                  <a:pt x="128107" y="1443"/>
                  <a:pt x="123548" y="2460"/>
                  <a:pt x="118936" y="3191"/>
                </a:cubicBezTo>
                <a:cubicBezTo>
                  <a:pt x="114841" y="3833"/>
                  <a:pt x="110738" y="4395"/>
                  <a:pt x="106625" y="4859"/>
                </a:cubicBezTo>
                <a:cubicBezTo>
                  <a:pt x="103065" y="5261"/>
                  <a:pt x="99497" y="5582"/>
                  <a:pt x="95929" y="5885"/>
                </a:cubicBezTo>
                <a:cubicBezTo>
                  <a:pt x="91584" y="6251"/>
                  <a:pt x="87240" y="6528"/>
                  <a:pt x="82886" y="6768"/>
                </a:cubicBezTo>
                <a:cubicBezTo>
                  <a:pt x="79228" y="6974"/>
                  <a:pt x="75562" y="7134"/>
                  <a:pt x="71904" y="7241"/>
                </a:cubicBezTo>
                <a:cubicBezTo>
                  <a:pt x="66935" y="7384"/>
                  <a:pt x="61957" y="7500"/>
                  <a:pt x="56979" y="7553"/>
                </a:cubicBezTo>
                <a:cubicBezTo>
                  <a:pt x="54263" y="7586"/>
                  <a:pt x="51545" y="7605"/>
                  <a:pt x="48827" y="7605"/>
                </a:cubicBezTo>
                <a:cubicBezTo>
                  <a:pt x="45555" y="7605"/>
                  <a:pt x="42282" y="7577"/>
                  <a:pt x="39012" y="7509"/>
                </a:cubicBezTo>
                <a:cubicBezTo>
                  <a:pt x="37892" y="7484"/>
                  <a:pt x="36771" y="7471"/>
                  <a:pt x="35651" y="7471"/>
                </a:cubicBezTo>
                <a:cubicBezTo>
                  <a:pt x="31636" y="7471"/>
                  <a:pt x="27625" y="7627"/>
                  <a:pt x="23615" y="7892"/>
                </a:cubicBezTo>
                <a:cubicBezTo>
                  <a:pt x="18860" y="8205"/>
                  <a:pt x="14140" y="8740"/>
                  <a:pt x="9475" y="9695"/>
                </a:cubicBezTo>
                <a:cubicBezTo>
                  <a:pt x="6513" y="10292"/>
                  <a:pt x="3596" y="11059"/>
                  <a:pt x="812" y="12273"/>
                </a:cubicBezTo>
                <a:cubicBezTo>
                  <a:pt x="527" y="12398"/>
                  <a:pt x="197" y="12451"/>
                  <a:pt x="1" y="12746"/>
                </a:cubicBezTo>
                <a:lnTo>
                  <a:pt x="138741" y="12746"/>
                </a:lnTo>
                <a:lnTo>
                  <a:pt x="138741" y="60"/>
                </a:lnTo>
                <a:cubicBezTo>
                  <a:pt x="138210" y="20"/>
                  <a:pt x="137681" y="1"/>
                  <a:pt x="13715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1" name="Google Shape;241;p7"/>
          <p:cNvSpPr txBox="1">
            <a:spLocks noGrp="1"/>
          </p:cNvSpPr>
          <p:nvPr>
            <p:ph type="body" idx="1"/>
          </p:nvPr>
        </p:nvSpPr>
        <p:spPr>
          <a:xfrm>
            <a:off x="2350000" y="2003400"/>
            <a:ext cx="7501200" cy="348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4025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42" name="Google Shape;242;p7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812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7896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/>
          <p:nvPr/>
        </p:nvSpPr>
        <p:spPr>
          <a:xfrm>
            <a:off x="0" y="575370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963999" y="1"/>
            <a:ext cx="6583791" cy="431276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0" y="0"/>
            <a:ext cx="2050453" cy="366181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247" name="Google Shape;247;p8"/>
          <p:cNvGrpSpPr/>
          <p:nvPr/>
        </p:nvGrpSpPr>
        <p:grpSpPr>
          <a:xfrm>
            <a:off x="1048101" y="183700"/>
            <a:ext cx="3243924" cy="431173"/>
            <a:chOff x="1243275" y="57550"/>
            <a:chExt cx="2432943" cy="323380"/>
          </a:xfrm>
        </p:grpSpPr>
        <p:sp>
          <p:nvSpPr>
            <p:cNvPr id="248" name="Google Shape;248;p8"/>
            <p:cNvSpPr/>
            <p:nvPr/>
          </p:nvSpPr>
          <p:spPr>
            <a:xfrm>
              <a:off x="1243275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1469409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1469409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1469409" y="5755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243275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69554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1695543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1921677" y="5755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921677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921668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21478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21477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237045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237044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25604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25604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27667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2766702" y="1901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297300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297299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3199127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33856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33855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3618018" y="19014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2" name="Google Shape;272;p8"/>
          <p:cNvSpPr/>
          <p:nvPr/>
        </p:nvSpPr>
        <p:spPr>
          <a:xfrm rot="10800000">
            <a:off x="9821767" y="6434756"/>
            <a:ext cx="2370007" cy="423249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273" name="Google Shape;273;p8"/>
          <p:cNvGrpSpPr/>
          <p:nvPr/>
        </p:nvGrpSpPr>
        <p:grpSpPr>
          <a:xfrm rot="5400000">
            <a:off x="10689045" y="521476"/>
            <a:ext cx="1104292" cy="653363"/>
            <a:chOff x="844658" y="3526000"/>
            <a:chExt cx="876515" cy="518597"/>
          </a:xfrm>
        </p:grpSpPr>
        <p:grpSp>
          <p:nvGrpSpPr>
            <p:cNvPr id="274" name="Google Shape;274;p8"/>
            <p:cNvGrpSpPr/>
            <p:nvPr/>
          </p:nvGrpSpPr>
          <p:grpSpPr>
            <a:xfrm>
              <a:off x="844658" y="3526000"/>
              <a:ext cx="518965" cy="518597"/>
              <a:chOff x="3285550" y="1349075"/>
              <a:chExt cx="496475" cy="496075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8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8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1" name="Google Shape;291;p8"/>
            <p:cNvGrpSpPr/>
            <p:nvPr/>
          </p:nvGrpSpPr>
          <p:grpSpPr>
            <a:xfrm>
              <a:off x="1202208" y="3526000"/>
              <a:ext cx="518965" cy="518597"/>
              <a:chOff x="3285550" y="1349075"/>
              <a:chExt cx="496475" cy="496075"/>
            </a:xfrm>
          </p:grpSpPr>
          <p:sp>
            <p:nvSpPr>
              <p:cNvPr id="292" name="Google Shape;292;p8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8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4" name="Google Shape;304;p8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308" name="Google Shape;308;p8"/>
          <p:cNvGrpSpPr/>
          <p:nvPr/>
        </p:nvGrpSpPr>
        <p:grpSpPr>
          <a:xfrm>
            <a:off x="555935" y="3769641"/>
            <a:ext cx="789727" cy="789156"/>
            <a:chOff x="3285550" y="1349075"/>
            <a:chExt cx="496475" cy="496075"/>
          </a:xfrm>
        </p:grpSpPr>
        <p:sp>
          <p:nvSpPr>
            <p:cNvPr id="309" name="Google Shape;309;p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5" name="Google Shape;325;p8"/>
          <p:cNvSpPr/>
          <p:nvPr/>
        </p:nvSpPr>
        <p:spPr>
          <a:xfrm>
            <a:off x="950967" y="1400300"/>
            <a:ext cx="423600" cy="42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8"/>
          <p:cNvSpPr/>
          <p:nvPr/>
        </p:nvSpPr>
        <p:spPr>
          <a:xfrm>
            <a:off x="7947967" y="6138800"/>
            <a:ext cx="423600" cy="42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7" name="Google Shape;327;p8"/>
          <p:cNvSpPr txBox="1">
            <a:spLocks noGrp="1"/>
          </p:cNvSpPr>
          <p:nvPr>
            <p:ph type="title"/>
          </p:nvPr>
        </p:nvSpPr>
        <p:spPr>
          <a:xfrm>
            <a:off x="3090600" y="1697700"/>
            <a:ext cx="6010800" cy="382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21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990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 flipH="1">
            <a:off x="-8024" y="423"/>
            <a:ext cx="6192595" cy="407677"/>
          </a:xfrm>
          <a:custGeom>
            <a:avLst/>
            <a:gdLst/>
            <a:ahLst/>
            <a:cxnLst/>
            <a:rect l="l" t="t" r="r" b="b"/>
            <a:pathLst>
              <a:path w="145003" h="9546" extrusionOk="0">
                <a:moveTo>
                  <a:pt x="0" y="1"/>
                </a:moveTo>
                <a:cubicBezTo>
                  <a:pt x="250" y="3150"/>
                  <a:pt x="1686" y="5585"/>
                  <a:pt x="4362" y="7262"/>
                </a:cubicBezTo>
                <a:cubicBezTo>
                  <a:pt x="6744" y="8752"/>
                  <a:pt x="9412" y="9287"/>
                  <a:pt x="12159" y="9466"/>
                </a:cubicBezTo>
                <a:cubicBezTo>
                  <a:pt x="12996" y="9520"/>
                  <a:pt x="13831" y="9545"/>
                  <a:pt x="14665" y="9545"/>
                </a:cubicBezTo>
                <a:cubicBezTo>
                  <a:pt x="18108" y="9545"/>
                  <a:pt x="21527" y="9111"/>
                  <a:pt x="24917" y="8458"/>
                </a:cubicBezTo>
                <a:cubicBezTo>
                  <a:pt x="30082" y="7450"/>
                  <a:pt x="35265" y="6566"/>
                  <a:pt x="40493" y="5897"/>
                </a:cubicBezTo>
                <a:cubicBezTo>
                  <a:pt x="45078" y="5317"/>
                  <a:pt x="49690" y="4916"/>
                  <a:pt x="54311" y="4702"/>
                </a:cubicBezTo>
                <a:cubicBezTo>
                  <a:pt x="56543" y="4596"/>
                  <a:pt x="58777" y="4547"/>
                  <a:pt x="61013" y="4547"/>
                </a:cubicBezTo>
                <a:cubicBezTo>
                  <a:pt x="63298" y="4547"/>
                  <a:pt x="65585" y="4598"/>
                  <a:pt x="67871" y="4693"/>
                </a:cubicBezTo>
                <a:cubicBezTo>
                  <a:pt x="69736" y="4773"/>
                  <a:pt x="71609" y="4889"/>
                  <a:pt x="73474" y="5050"/>
                </a:cubicBezTo>
                <a:cubicBezTo>
                  <a:pt x="76034" y="5264"/>
                  <a:pt x="78586" y="5523"/>
                  <a:pt x="81137" y="5781"/>
                </a:cubicBezTo>
                <a:cubicBezTo>
                  <a:pt x="83269" y="6004"/>
                  <a:pt x="85383" y="6263"/>
                  <a:pt x="87516" y="6504"/>
                </a:cubicBezTo>
                <a:cubicBezTo>
                  <a:pt x="89665" y="6745"/>
                  <a:pt x="91815" y="7004"/>
                  <a:pt x="93965" y="7209"/>
                </a:cubicBezTo>
                <a:cubicBezTo>
                  <a:pt x="96472" y="7459"/>
                  <a:pt x="98979" y="7637"/>
                  <a:pt x="101486" y="7771"/>
                </a:cubicBezTo>
                <a:cubicBezTo>
                  <a:pt x="102998" y="7850"/>
                  <a:pt x="104510" y="7885"/>
                  <a:pt x="106021" y="7885"/>
                </a:cubicBezTo>
                <a:cubicBezTo>
                  <a:pt x="108442" y="7885"/>
                  <a:pt x="110863" y="7794"/>
                  <a:pt x="113279" y="7646"/>
                </a:cubicBezTo>
                <a:cubicBezTo>
                  <a:pt x="116295" y="7467"/>
                  <a:pt x="119310" y="7271"/>
                  <a:pt x="122325" y="7066"/>
                </a:cubicBezTo>
                <a:cubicBezTo>
                  <a:pt x="124779" y="6897"/>
                  <a:pt x="127232" y="6727"/>
                  <a:pt x="129685" y="6531"/>
                </a:cubicBezTo>
                <a:cubicBezTo>
                  <a:pt x="132406" y="6299"/>
                  <a:pt x="135118" y="6040"/>
                  <a:pt x="137830" y="5790"/>
                </a:cubicBezTo>
                <a:cubicBezTo>
                  <a:pt x="140230" y="5558"/>
                  <a:pt x="142621" y="5317"/>
                  <a:pt x="145003" y="4978"/>
                </a:cubicBezTo>
                <a:lnTo>
                  <a:pt x="1450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0" name="Google Shape;330;p9"/>
          <p:cNvSpPr/>
          <p:nvPr/>
        </p:nvSpPr>
        <p:spPr>
          <a:xfrm flipH="1">
            <a:off x="3804913" y="6571184"/>
            <a:ext cx="8380244" cy="287032"/>
          </a:xfrm>
          <a:custGeom>
            <a:avLst/>
            <a:gdLst/>
            <a:ahLst/>
            <a:cxnLst/>
            <a:rect l="l" t="t" r="r" b="b"/>
            <a:pathLst>
              <a:path w="196228" h="6721" extrusionOk="0">
                <a:moveTo>
                  <a:pt x="30642" y="1"/>
                </a:moveTo>
                <a:cubicBezTo>
                  <a:pt x="30545" y="1"/>
                  <a:pt x="30447" y="2"/>
                  <a:pt x="30350" y="3"/>
                </a:cubicBezTo>
                <a:cubicBezTo>
                  <a:pt x="25024" y="83"/>
                  <a:pt x="19716" y="351"/>
                  <a:pt x="14435" y="1082"/>
                </a:cubicBezTo>
                <a:cubicBezTo>
                  <a:pt x="10590" y="1609"/>
                  <a:pt x="6798" y="2358"/>
                  <a:pt x="3069" y="3402"/>
                </a:cubicBezTo>
                <a:cubicBezTo>
                  <a:pt x="2043" y="3696"/>
                  <a:pt x="1053" y="4116"/>
                  <a:pt x="1" y="4312"/>
                </a:cubicBezTo>
                <a:lnTo>
                  <a:pt x="1" y="6721"/>
                </a:lnTo>
                <a:lnTo>
                  <a:pt x="196228" y="6721"/>
                </a:lnTo>
                <a:cubicBezTo>
                  <a:pt x="195309" y="6221"/>
                  <a:pt x="194274" y="6043"/>
                  <a:pt x="193275" y="5775"/>
                </a:cubicBezTo>
                <a:cubicBezTo>
                  <a:pt x="184818" y="3464"/>
                  <a:pt x="176173" y="2251"/>
                  <a:pt x="167449" y="1600"/>
                </a:cubicBezTo>
                <a:cubicBezTo>
                  <a:pt x="163470" y="1305"/>
                  <a:pt x="159491" y="1181"/>
                  <a:pt x="155503" y="1163"/>
                </a:cubicBezTo>
                <a:cubicBezTo>
                  <a:pt x="155282" y="1162"/>
                  <a:pt x="155060" y="1162"/>
                  <a:pt x="154839" y="1162"/>
                </a:cubicBezTo>
                <a:cubicBezTo>
                  <a:pt x="149066" y="1162"/>
                  <a:pt x="143301" y="1386"/>
                  <a:pt x="137545" y="1859"/>
                </a:cubicBezTo>
                <a:cubicBezTo>
                  <a:pt x="134485" y="2108"/>
                  <a:pt x="131425" y="2376"/>
                  <a:pt x="128374" y="2760"/>
                </a:cubicBezTo>
                <a:cubicBezTo>
                  <a:pt x="124494" y="3241"/>
                  <a:pt x="120622" y="3687"/>
                  <a:pt x="116724" y="3955"/>
                </a:cubicBezTo>
                <a:cubicBezTo>
                  <a:pt x="112352" y="4249"/>
                  <a:pt x="107963" y="4392"/>
                  <a:pt x="103574" y="4455"/>
                </a:cubicBezTo>
                <a:cubicBezTo>
                  <a:pt x="102411" y="4470"/>
                  <a:pt x="101247" y="4477"/>
                  <a:pt x="100083" y="4477"/>
                </a:cubicBezTo>
                <a:cubicBezTo>
                  <a:pt x="94536" y="4477"/>
                  <a:pt x="88984" y="4315"/>
                  <a:pt x="83439" y="4116"/>
                </a:cubicBezTo>
                <a:cubicBezTo>
                  <a:pt x="81137" y="4026"/>
                  <a:pt x="78845" y="3910"/>
                  <a:pt x="76552" y="3777"/>
                </a:cubicBezTo>
                <a:cubicBezTo>
                  <a:pt x="73394" y="3598"/>
                  <a:pt x="70254" y="3384"/>
                  <a:pt x="67105" y="3179"/>
                </a:cubicBezTo>
                <a:cubicBezTo>
                  <a:pt x="65445" y="3063"/>
                  <a:pt x="63795" y="2938"/>
                  <a:pt x="62145" y="2804"/>
                </a:cubicBezTo>
                <a:cubicBezTo>
                  <a:pt x="59825" y="2617"/>
                  <a:pt x="57506" y="2421"/>
                  <a:pt x="55186" y="2224"/>
                </a:cubicBezTo>
                <a:cubicBezTo>
                  <a:pt x="53161" y="2046"/>
                  <a:pt x="51136" y="1867"/>
                  <a:pt x="49120" y="1680"/>
                </a:cubicBezTo>
                <a:cubicBezTo>
                  <a:pt x="46586" y="1439"/>
                  <a:pt x="44062" y="1189"/>
                  <a:pt x="41537" y="940"/>
                </a:cubicBezTo>
                <a:cubicBezTo>
                  <a:pt x="39619" y="752"/>
                  <a:pt x="37710" y="547"/>
                  <a:pt x="35792" y="378"/>
                </a:cubicBezTo>
                <a:cubicBezTo>
                  <a:pt x="34078" y="217"/>
                  <a:pt x="32364" y="1"/>
                  <a:pt x="306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1" name="Google Shape;331;p9"/>
          <p:cNvSpPr/>
          <p:nvPr/>
        </p:nvSpPr>
        <p:spPr>
          <a:xfrm flipH="1">
            <a:off x="3804913" y="6571184"/>
            <a:ext cx="8380244" cy="287032"/>
          </a:xfrm>
          <a:custGeom>
            <a:avLst/>
            <a:gdLst/>
            <a:ahLst/>
            <a:cxnLst/>
            <a:rect l="l" t="t" r="r" b="b"/>
            <a:pathLst>
              <a:path w="196228" h="6721" extrusionOk="0">
                <a:moveTo>
                  <a:pt x="30642" y="1"/>
                </a:moveTo>
                <a:cubicBezTo>
                  <a:pt x="30545" y="1"/>
                  <a:pt x="30447" y="2"/>
                  <a:pt x="30350" y="3"/>
                </a:cubicBezTo>
                <a:cubicBezTo>
                  <a:pt x="25024" y="83"/>
                  <a:pt x="19716" y="351"/>
                  <a:pt x="14435" y="1082"/>
                </a:cubicBezTo>
                <a:cubicBezTo>
                  <a:pt x="10590" y="1609"/>
                  <a:pt x="6798" y="2358"/>
                  <a:pt x="3069" y="3402"/>
                </a:cubicBezTo>
                <a:cubicBezTo>
                  <a:pt x="2043" y="3696"/>
                  <a:pt x="1053" y="4116"/>
                  <a:pt x="1" y="4312"/>
                </a:cubicBezTo>
                <a:lnTo>
                  <a:pt x="1" y="6721"/>
                </a:lnTo>
                <a:lnTo>
                  <a:pt x="196228" y="6721"/>
                </a:lnTo>
                <a:cubicBezTo>
                  <a:pt x="195309" y="6221"/>
                  <a:pt x="194274" y="6043"/>
                  <a:pt x="193275" y="5775"/>
                </a:cubicBezTo>
                <a:cubicBezTo>
                  <a:pt x="184818" y="3464"/>
                  <a:pt x="176173" y="2251"/>
                  <a:pt x="167449" y="1600"/>
                </a:cubicBezTo>
                <a:cubicBezTo>
                  <a:pt x="163470" y="1305"/>
                  <a:pt x="159491" y="1181"/>
                  <a:pt x="155503" y="1163"/>
                </a:cubicBezTo>
                <a:cubicBezTo>
                  <a:pt x="155282" y="1162"/>
                  <a:pt x="155060" y="1162"/>
                  <a:pt x="154839" y="1162"/>
                </a:cubicBezTo>
                <a:cubicBezTo>
                  <a:pt x="149066" y="1162"/>
                  <a:pt x="143301" y="1386"/>
                  <a:pt x="137545" y="1859"/>
                </a:cubicBezTo>
                <a:cubicBezTo>
                  <a:pt x="134485" y="2108"/>
                  <a:pt x="131425" y="2376"/>
                  <a:pt x="128374" y="2760"/>
                </a:cubicBezTo>
                <a:cubicBezTo>
                  <a:pt x="124494" y="3241"/>
                  <a:pt x="120622" y="3687"/>
                  <a:pt x="116724" y="3955"/>
                </a:cubicBezTo>
                <a:cubicBezTo>
                  <a:pt x="112352" y="4249"/>
                  <a:pt x="107963" y="4392"/>
                  <a:pt x="103574" y="4455"/>
                </a:cubicBezTo>
                <a:cubicBezTo>
                  <a:pt x="102411" y="4470"/>
                  <a:pt x="101247" y="4477"/>
                  <a:pt x="100083" y="4477"/>
                </a:cubicBezTo>
                <a:cubicBezTo>
                  <a:pt x="94536" y="4477"/>
                  <a:pt x="88984" y="4315"/>
                  <a:pt x="83439" y="4116"/>
                </a:cubicBezTo>
                <a:cubicBezTo>
                  <a:pt x="81137" y="4026"/>
                  <a:pt x="78845" y="3910"/>
                  <a:pt x="76552" y="3777"/>
                </a:cubicBezTo>
                <a:cubicBezTo>
                  <a:pt x="73394" y="3598"/>
                  <a:pt x="70254" y="3384"/>
                  <a:pt x="67105" y="3179"/>
                </a:cubicBezTo>
                <a:cubicBezTo>
                  <a:pt x="65445" y="3063"/>
                  <a:pt x="63795" y="2938"/>
                  <a:pt x="62145" y="2804"/>
                </a:cubicBezTo>
                <a:cubicBezTo>
                  <a:pt x="59825" y="2617"/>
                  <a:pt x="57506" y="2421"/>
                  <a:pt x="55186" y="2224"/>
                </a:cubicBezTo>
                <a:cubicBezTo>
                  <a:pt x="53161" y="2046"/>
                  <a:pt x="51136" y="1867"/>
                  <a:pt x="49120" y="1680"/>
                </a:cubicBezTo>
                <a:cubicBezTo>
                  <a:pt x="46586" y="1439"/>
                  <a:pt x="44062" y="1189"/>
                  <a:pt x="41537" y="940"/>
                </a:cubicBezTo>
                <a:cubicBezTo>
                  <a:pt x="39619" y="752"/>
                  <a:pt x="37710" y="547"/>
                  <a:pt x="35792" y="378"/>
                </a:cubicBezTo>
                <a:cubicBezTo>
                  <a:pt x="34078" y="217"/>
                  <a:pt x="32364" y="1"/>
                  <a:pt x="306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32" name="Google Shape;332;p9"/>
          <p:cNvGrpSpPr/>
          <p:nvPr/>
        </p:nvGrpSpPr>
        <p:grpSpPr>
          <a:xfrm>
            <a:off x="973100" y="719200"/>
            <a:ext cx="2855067" cy="148533"/>
            <a:chOff x="729825" y="539400"/>
            <a:chExt cx="2141300" cy="111400"/>
          </a:xfrm>
        </p:grpSpPr>
        <p:sp>
          <p:nvSpPr>
            <p:cNvPr id="333" name="Google Shape;333;p9"/>
            <p:cNvSpPr/>
            <p:nvPr/>
          </p:nvSpPr>
          <p:spPr>
            <a:xfrm>
              <a:off x="729825" y="539400"/>
              <a:ext cx="1842000" cy="390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34" name="Google Shape;334;p9"/>
            <p:cNvCxnSpPr/>
            <p:nvPr/>
          </p:nvCxnSpPr>
          <p:spPr>
            <a:xfrm>
              <a:off x="1029125" y="650800"/>
              <a:ext cx="18420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335" name="Google Shape;335;p9"/>
          <p:cNvSpPr/>
          <p:nvPr/>
        </p:nvSpPr>
        <p:spPr>
          <a:xfrm>
            <a:off x="5415167" y="867733"/>
            <a:ext cx="287200" cy="28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6" name="Google Shape;336;p9"/>
          <p:cNvSpPr txBox="1">
            <a:spLocks noGrp="1"/>
          </p:cNvSpPr>
          <p:nvPr>
            <p:ph type="title"/>
          </p:nvPr>
        </p:nvSpPr>
        <p:spPr>
          <a:xfrm>
            <a:off x="950800" y="1971200"/>
            <a:ext cx="49456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subTitle" idx="1"/>
          </p:nvPr>
        </p:nvSpPr>
        <p:spPr>
          <a:xfrm>
            <a:off x="950800" y="2890400"/>
            <a:ext cx="4945600" cy="199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702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/>
          <p:nvPr/>
        </p:nvSpPr>
        <p:spPr>
          <a:xfrm>
            <a:off x="0" y="575370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3964001" y="1"/>
            <a:ext cx="8227940" cy="431276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0" y="0"/>
            <a:ext cx="2050453" cy="366181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342" name="Google Shape;342;p10"/>
          <p:cNvGrpSpPr/>
          <p:nvPr/>
        </p:nvGrpSpPr>
        <p:grpSpPr>
          <a:xfrm>
            <a:off x="1048101" y="183700"/>
            <a:ext cx="3243924" cy="431173"/>
            <a:chOff x="1243275" y="57550"/>
            <a:chExt cx="2432943" cy="323380"/>
          </a:xfrm>
        </p:grpSpPr>
        <p:sp>
          <p:nvSpPr>
            <p:cNvPr id="343" name="Google Shape;343;p10"/>
            <p:cNvSpPr/>
            <p:nvPr/>
          </p:nvSpPr>
          <p:spPr>
            <a:xfrm>
              <a:off x="1243275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10"/>
            <p:cNvSpPr/>
            <p:nvPr/>
          </p:nvSpPr>
          <p:spPr>
            <a:xfrm>
              <a:off x="1469409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10"/>
            <p:cNvSpPr/>
            <p:nvPr/>
          </p:nvSpPr>
          <p:spPr>
            <a:xfrm>
              <a:off x="1469409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1469409" y="5755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1243275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10"/>
            <p:cNvSpPr/>
            <p:nvPr/>
          </p:nvSpPr>
          <p:spPr>
            <a:xfrm>
              <a:off x="169554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10"/>
            <p:cNvSpPr/>
            <p:nvPr/>
          </p:nvSpPr>
          <p:spPr>
            <a:xfrm>
              <a:off x="1695543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10"/>
            <p:cNvSpPr/>
            <p:nvPr/>
          </p:nvSpPr>
          <p:spPr>
            <a:xfrm>
              <a:off x="1921677" y="5755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10"/>
            <p:cNvSpPr/>
            <p:nvPr/>
          </p:nvSpPr>
          <p:spPr>
            <a:xfrm>
              <a:off x="1921677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10"/>
            <p:cNvSpPr/>
            <p:nvPr/>
          </p:nvSpPr>
          <p:spPr>
            <a:xfrm>
              <a:off x="1921668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21478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21477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237045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237044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25604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25604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27667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2766702" y="1901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297300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297299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3199127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33856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33855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3618018" y="19014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67" name="Google Shape;367;p10"/>
          <p:cNvSpPr/>
          <p:nvPr/>
        </p:nvSpPr>
        <p:spPr>
          <a:xfrm>
            <a:off x="11241200" y="1352033"/>
            <a:ext cx="404000" cy="40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8" name="Google Shape;368;p10"/>
          <p:cNvSpPr/>
          <p:nvPr/>
        </p:nvSpPr>
        <p:spPr>
          <a:xfrm>
            <a:off x="201200" y="4819133"/>
            <a:ext cx="296400" cy="296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9" name="Google Shape;369;p10"/>
          <p:cNvSpPr txBox="1">
            <a:spLocks noGrp="1"/>
          </p:cNvSpPr>
          <p:nvPr>
            <p:ph type="title"/>
          </p:nvPr>
        </p:nvSpPr>
        <p:spPr>
          <a:xfrm>
            <a:off x="960000" y="1248600"/>
            <a:ext cx="3766400" cy="436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70783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"/>
          <p:cNvSpPr/>
          <p:nvPr/>
        </p:nvSpPr>
        <p:spPr>
          <a:xfrm>
            <a:off x="493731" y="653233"/>
            <a:ext cx="457200" cy="456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2" name="Google Shape;372;p11"/>
          <p:cNvSpPr/>
          <p:nvPr/>
        </p:nvSpPr>
        <p:spPr>
          <a:xfrm flipH="1">
            <a:off x="1" y="6313374"/>
            <a:ext cx="5924703" cy="544297"/>
          </a:xfrm>
          <a:custGeom>
            <a:avLst/>
            <a:gdLst/>
            <a:ahLst/>
            <a:cxnLst/>
            <a:rect l="l" t="t" r="r" b="b"/>
            <a:pathLst>
              <a:path w="138741" h="12746" extrusionOk="0">
                <a:moveTo>
                  <a:pt x="137154" y="1"/>
                </a:moveTo>
                <a:cubicBezTo>
                  <a:pt x="135649" y="1"/>
                  <a:pt x="134156" y="160"/>
                  <a:pt x="132683" y="470"/>
                </a:cubicBezTo>
                <a:cubicBezTo>
                  <a:pt x="128107" y="1443"/>
                  <a:pt x="123548" y="2460"/>
                  <a:pt x="118936" y="3191"/>
                </a:cubicBezTo>
                <a:cubicBezTo>
                  <a:pt x="114841" y="3833"/>
                  <a:pt x="110738" y="4395"/>
                  <a:pt x="106625" y="4859"/>
                </a:cubicBezTo>
                <a:cubicBezTo>
                  <a:pt x="103065" y="5261"/>
                  <a:pt x="99497" y="5582"/>
                  <a:pt x="95929" y="5885"/>
                </a:cubicBezTo>
                <a:cubicBezTo>
                  <a:pt x="91584" y="6251"/>
                  <a:pt x="87240" y="6528"/>
                  <a:pt x="82886" y="6768"/>
                </a:cubicBezTo>
                <a:cubicBezTo>
                  <a:pt x="79228" y="6974"/>
                  <a:pt x="75562" y="7134"/>
                  <a:pt x="71904" y="7241"/>
                </a:cubicBezTo>
                <a:cubicBezTo>
                  <a:pt x="66935" y="7384"/>
                  <a:pt x="61957" y="7500"/>
                  <a:pt x="56979" y="7553"/>
                </a:cubicBezTo>
                <a:cubicBezTo>
                  <a:pt x="54263" y="7586"/>
                  <a:pt x="51545" y="7605"/>
                  <a:pt x="48827" y="7605"/>
                </a:cubicBezTo>
                <a:cubicBezTo>
                  <a:pt x="45555" y="7605"/>
                  <a:pt x="42282" y="7577"/>
                  <a:pt x="39012" y="7509"/>
                </a:cubicBezTo>
                <a:cubicBezTo>
                  <a:pt x="37892" y="7484"/>
                  <a:pt x="36771" y="7471"/>
                  <a:pt x="35651" y="7471"/>
                </a:cubicBezTo>
                <a:cubicBezTo>
                  <a:pt x="31636" y="7471"/>
                  <a:pt x="27625" y="7627"/>
                  <a:pt x="23615" y="7892"/>
                </a:cubicBezTo>
                <a:cubicBezTo>
                  <a:pt x="18860" y="8205"/>
                  <a:pt x="14140" y="8740"/>
                  <a:pt x="9475" y="9695"/>
                </a:cubicBezTo>
                <a:cubicBezTo>
                  <a:pt x="6513" y="10292"/>
                  <a:pt x="3596" y="11059"/>
                  <a:pt x="812" y="12273"/>
                </a:cubicBezTo>
                <a:cubicBezTo>
                  <a:pt x="527" y="12398"/>
                  <a:pt x="197" y="12451"/>
                  <a:pt x="1" y="12746"/>
                </a:cubicBezTo>
                <a:lnTo>
                  <a:pt x="138741" y="12746"/>
                </a:lnTo>
                <a:lnTo>
                  <a:pt x="138741" y="60"/>
                </a:lnTo>
                <a:cubicBezTo>
                  <a:pt x="138210" y="20"/>
                  <a:pt x="137681" y="1"/>
                  <a:pt x="13715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3" name="Google Shape;373;p11"/>
          <p:cNvSpPr/>
          <p:nvPr/>
        </p:nvSpPr>
        <p:spPr>
          <a:xfrm>
            <a:off x="9552800" y="6138800"/>
            <a:ext cx="395600" cy="39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74" name="Google Shape;374;p11"/>
          <p:cNvGrpSpPr/>
          <p:nvPr/>
        </p:nvGrpSpPr>
        <p:grpSpPr>
          <a:xfrm>
            <a:off x="10800609" y="5295736"/>
            <a:ext cx="881191" cy="521363"/>
            <a:chOff x="844658" y="3526000"/>
            <a:chExt cx="876515" cy="518597"/>
          </a:xfrm>
        </p:grpSpPr>
        <p:grpSp>
          <p:nvGrpSpPr>
            <p:cNvPr id="375" name="Google Shape;375;p11"/>
            <p:cNvGrpSpPr/>
            <p:nvPr/>
          </p:nvGrpSpPr>
          <p:grpSpPr>
            <a:xfrm>
              <a:off x="844658" y="3526000"/>
              <a:ext cx="518965" cy="518597"/>
              <a:chOff x="3285550" y="1349075"/>
              <a:chExt cx="496475" cy="496075"/>
            </a:xfrm>
          </p:grpSpPr>
          <p:sp>
            <p:nvSpPr>
              <p:cNvPr id="376" name="Google Shape;376;p11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11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11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11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11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11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11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3" name="Google Shape;383;p11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11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11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11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11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8" name="Google Shape;388;p11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9" name="Google Shape;389;p11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11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1" name="Google Shape;391;p11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92" name="Google Shape;392;p11"/>
            <p:cNvGrpSpPr/>
            <p:nvPr/>
          </p:nvGrpSpPr>
          <p:grpSpPr>
            <a:xfrm>
              <a:off x="1202208" y="3526000"/>
              <a:ext cx="518965" cy="518597"/>
              <a:chOff x="3285550" y="1349075"/>
              <a:chExt cx="496475" cy="496075"/>
            </a:xfrm>
          </p:grpSpPr>
          <p:sp>
            <p:nvSpPr>
              <p:cNvPr id="393" name="Google Shape;393;p11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4" name="Google Shape;394;p11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5" name="Google Shape;395;p11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6" name="Google Shape;396;p11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7" name="Google Shape;397;p11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8" name="Google Shape;398;p11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9" name="Google Shape;399;p11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0" name="Google Shape;400;p11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1" name="Google Shape;401;p11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2" name="Google Shape;402;p11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3" name="Google Shape;403;p11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4" name="Google Shape;404;p11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5" name="Google Shape;405;p11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6" name="Google Shape;406;p11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7" name="Google Shape;407;p11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8" name="Google Shape;408;p11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409" name="Google Shape;409;p11"/>
          <p:cNvGrpSpPr/>
          <p:nvPr/>
        </p:nvGrpSpPr>
        <p:grpSpPr>
          <a:xfrm>
            <a:off x="858133" y="3429000"/>
            <a:ext cx="92667" cy="2385600"/>
            <a:chOff x="643600" y="539400"/>
            <a:chExt cx="69500" cy="1789200"/>
          </a:xfrm>
        </p:grpSpPr>
        <p:cxnSp>
          <p:nvCxnSpPr>
            <p:cNvPr id="410" name="Google Shape;410;p11"/>
            <p:cNvCxnSpPr/>
            <p:nvPr/>
          </p:nvCxnSpPr>
          <p:spPr>
            <a:xfrm>
              <a:off x="713100" y="539400"/>
              <a:ext cx="0" cy="1789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1" name="Google Shape;411;p11"/>
            <p:cNvCxnSpPr/>
            <p:nvPr/>
          </p:nvCxnSpPr>
          <p:spPr>
            <a:xfrm>
              <a:off x="643600" y="539400"/>
              <a:ext cx="0" cy="1789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412" name="Google Shape;412;p11"/>
          <p:cNvSpPr txBox="1">
            <a:spLocks noGrp="1"/>
          </p:cNvSpPr>
          <p:nvPr>
            <p:ph type="title" hasCustomPrompt="1"/>
          </p:nvPr>
        </p:nvSpPr>
        <p:spPr>
          <a:xfrm>
            <a:off x="1714500" y="3679800"/>
            <a:ext cx="8763200" cy="179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4666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>
            <a:spLocks noGrp="1"/>
          </p:cNvSpPr>
          <p:nvPr>
            <p:ph type="subTitle" idx="1"/>
          </p:nvPr>
        </p:nvSpPr>
        <p:spPr>
          <a:xfrm>
            <a:off x="3033800" y="5471928"/>
            <a:ext cx="6124400" cy="66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11715167" y="4158833"/>
            <a:ext cx="228400" cy="22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24964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271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"/>
          <p:cNvSpPr/>
          <p:nvPr/>
        </p:nvSpPr>
        <p:spPr>
          <a:xfrm rot="10800000">
            <a:off x="5409333" y="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418" name="Google Shape;418;p13"/>
          <p:cNvGrpSpPr/>
          <p:nvPr/>
        </p:nvGrpSpPr>
        <p:grpSpPr>
          <a:xfrm rot="5400000">
            <a:off x="-534414" y="4332179"/>
            <a:ext cx="1963783" cy="157427"/>
            <a:chOff x="360600" y="4817825"/>
            <a:chExt cx="2219800" cy="125700"/>
          </a:xfrm>
        </p:grpSpPr>
        <p:sp>
          <p:nvSpPr>
            <p:cNvPr id="419" name="Google Shape;419;p13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13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13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13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13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13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13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13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13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13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29" name="Google Shape;429;p13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5314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title" idx="2"/>
          </p:nvPr>
        </p:nvSpPr>
        <p:spPr>
          <a:xfrm>
            <a:off x="959980" y="2543745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subTitle" idx="1"/>
          </p:nvPr>
        </p:nvSpPr>
        <p:spPr>
          <a:xfrm>
            <a:off x="959980" y="3247339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3"/>
          <p:cNvSpPr txBox="1">
            <a:spLocks noGrp="1"/>
          </p:cNvSpPr>
          <p:nvPr>
            <p:ph type="title" idx="3"/>
          </p:nvPr>
        </p:nvSpPr>
        <p:spPr>
          <a:xfrm>
            <a:off x="4078844" y="2543745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subTitle" idx="4"/>
          </p:nvPr>
        </p:nvSpPr>
        <p:spPr>
          <a:xfrm>
            <a:off x="4078847" y="3247339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3"/>
          <p:cNvSpPr txBox="1">
            <a:spLocks noGrp="1"/>
          </p:cNvSpPr>
          <p:nvPr>
            <p:ph type="title" idx="5"/>
          </p:nvPr>
        </p:nvSpPr>
        <p:spPr>
          <a:xfrm>
            <a:off x="960005" y="4787095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435" name="Google Shape;435;p13"/>
          <p:cNvSpPr txBox="1">
            <a:spLocks noGrp="1"/>
          </p:cNvSpPr>
          <p:nvPr>
            <p:ph type="subTitle" idx="6"/>
          </p:nvPr>
        </p:nvSpPr>
        <p:spPr>
          <a:xfrm>
            <a:off x="960005" y="5490709"/>
            <a:ext cx="2195200" cy="71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3"/>
          <p:cNvSpPr txBox="1">
            <a:spLocks noGrp="1"/>
          </p:cNvSpPr>
          <p:nvPr>
            <p:ph type="title" idx="7"/>
          </p:nvPr>
        </p:nvSpPr>
        <p:spPr>
          <a:xfrm>
            <a:off x="4078869" y="4812612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437" name="Google Shape;437;p13"/>
          <p:cNvSpPr txBox="1">
            <a:spLocks noGrp="1"/>
          </p:cNvSpPr>
          <p:nvPr>
            <p:ph type="subTitle" idx="8"/>
          </p:nvPr>
        </p:nvSpPr>
        <p:spPr>
          <a:xfrm>
            <a:off x="4078868" y="5516205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3"/>
          <p:cNvSpPr txBox="1">
            <a:spLocks noGrp="1"/>
          </p:cNvSpPr>
          <p:nvPr>
            <p:ph type="title" idx="9" hasCustomPrompt="1"/>
          </p:nvPr>
        </p:nvSpPr>
        <p:spPr>
          <a:xfrm>
            <a:off x="1759713" y="1794351"/>
            <a:ext cx="595600" cy="7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>
                <a:solidFill>
                  <a:srgbClr val="10112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439" name="Google Shape;439;p13"/>
          <p:cNvSpPr txBox="1">
            <a:spLocks noGrp="1"/>
          </p:cNvSpPr>
          <p:nvPr>
            <p:ph type="title" idx="13" hasCustomPrompt="1"/>
          </p:nvPr>
        </p:nvSpPr>
        <p:spPr>
          <a:xfrm>
            <a:off x="4834241" y="1794351"/>
            <a:ext cx="595600" cy="7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>
                <a:solidFill>
                  <a:srgbClr val="10112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440" name="Google Shape;440;p13"/>
          <p:cNvSpPr txBox="1">
            <a:spLocks noGrp="1"/>
          </p:cNvSpPr>
          <p:nvPr>
            <p:ph type="title" idx="14" hasCustomPrompt="1"/>
          </p:nvPr>
        </p:nvSpPr>
        <p:spPr>
          <a:xfrm>
            <a:off x="1759736" y="4045829"/>
            <a:ext cx="595600" cy="7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>
                <a:solidFill>
                  <a:srgbClr val="10112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441" name="Google Shape;441;p13"/>
          <p:cNvSpPr txBox="1">
            <a:spLocks noGrp="1"/>
          </p:cNvSpPr>
          <p:nvPr>
            <p:ph type="title" idx="15" hasCustomPrompt="1"/>
          </p:nvPr>
        </p:nvSpPr>
        <p:spPr>
          <a:xfrm>
            <a:off x="4834264" y="4078099"/>
            <a:ext cx="595600" cy="7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>
                <a:solidFill>
                  <a:srgbClr val="10112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7292723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"/>
          <p:cNvSpPr/>
          <p:nvPr/>
        </p:nvSpPr>
        <p:spPr>
          <a:xfrm flipH="1">
            <a:off x="3433868" y="5753701"/>
            <a:ext cx="8758129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9" y="412"/>
            <a:ext cx="5328137" cy="562403"/>
          </a:xfrm>
          <a:custGeom>
            <a:avLst/>
            <a:gdLst/>
            <a:ahLst/>
            <a:cxnLst/>
            <a:rect l="l" t="t" r="r" b="b"/>
            <a:pathLst>
              <a:path w="124771" h="13170" extrusionOk="0">
                <a:moveTo>
                  <a:pt x="1" y="1"/>
                </a:moveTo>
                <a:lnTo>
                  <a:pt x="1" y="13168"/>
                </a:lnTo>
                <a:cubicBezTo>
                  <a:pt x="43" y="13167"/>
                  <a:pt x="86" y="13166"/>
                  <a:pt x="129" y="13166"/>
                </a:cubicBezTo>
                <a:cubicBezTo>
                  <a:pt x="238" y="13166"/>
                  <a:pt x="347" y="13169"/>
                  <a:pt x="456" y="13169"/>
                </a:cubicBezTo>
                <a:cubicBezTo>
                  <a:pt x="572" y="13169"/>
                  <a:pt x="688" y="13166"/>
                  <a:pt x="803" y="13150"/>
                </a:cubicBezTo>
                <a:cubicBezTo>
                  <a:pt x="2632" y="12918"/>
                  <a:pt x="4461" y="12677"/>
                  <a:pt x="6290" y="12445"/>
                </a:cubicBezTo>
                <a:cubicBezTo>
                  <a:pt x="8538" y="12151"/>
                  <a:pt x="10795" y="11857"/>
                  <a:pt x="13043" y="11562"/>
                </a:cubicBezTo>
                <a:cubicBezTo>
                  <a:pt x="15327" y="11268"/>
                  <a:pt x="17602" y="10973"/>
                  <a:pt x="19886" y="10679"/>
                </a:cubicBezTo>
                <a:cubicBezTo>
                  <a:pt x="22589" y="10331"/>
                  <a:pt x="25292" y="9983"/>
                  <a:pt x="27995" y="9635"/>
                </a:cubicBezTo>
                <a:cubicBezTo>
                  <a:pt x="30323" y="9341"/>
                  <a:pt x="32661" y="9038"/>
                  <a:pt x="34998" y="8743"/>
                </a:cubicBezTo>
                <a:cubicBezTo>
                  <a:pt x="37353" y="8449"/>
                  <a:pt x="39717" y="8154"/>
                  <a:pt x="42072" y="7869"/>
                </a:cubicBezTo>
                <a:cubicBezTo>
                  <a:pt x="44517" y="7575"/>
                  <a:pt x="46961" y="7289"/>
                  <a:pt x="49405" y="7004"/>
                </a:cubicBezTo>
                <a:cubicBezTo>
                  <a:pt x="51975" y="6700"/>
                  <a:pt x="54553" y="6397"/>
                  <a:pt x="57131" y="6103"/>
                </a:cubicBezTo>
                <a:cubicBezTo>
                  <a:pt x="59281" y="5853"/>
                  <a:pt x="61431" y="5612"/>
                  <a:pt x="63581" y="5371"/>
                </a:cubicBezTo>
                <a:cubicBezTo>
                  <a:pt x="65784" y="5130"/>
                  <a:pt x="67997" y="4889"/>
                  <a:pt x="70200" y="4657"/>
                </a:cubicBezTo>
                <a:cubicBezTo>
                  <a:pt x="72511" y="4416"/>
                  <a:pt x="74830" y="4176"/>
                  <a:pt x="77141" y="3944"/>
                </a:cubicBezTo>
                <a:cubicBezTo>
                  <a:pt x="79585" y="3694"/>
                  <a:pt x="82039" y="3453"/>
                  <a:pt x="84483" y="3212"/>
                </a:cubicBezTo>
                <a:cubicBezTo>
                  <a:pt x="86454" y="3025"/>
                  <a:pt x="88426" y="2846"/>
                  <a:pt x="90398" y="2668"/>
                </a:cubicBezTo>
                <a:cubicBezTo>
                  <a:pt x="93110" y="2427"/>
                  <a:pt x="95822" y="2168"/>
                  <a:pt x="98542" y="1945"/>
                </a:cubicBezTo>
                <a:cubicBezTo>
                  <a:pt x="100862" y="1749"/>
                  <a:pt x="103181" y="1580"/>
                  <a:pt x="105501" y="1401"/>
                </a:cubicBezTo>
                <a:cubicBezTo>
                  <a:pt x="108811" y="1151"/>
                  <a:pt x="112111" y="893"/>
                  <a:pt x="115421" y="661"/>
                </a:cubicBezTo>
                <a:cubicBezTo>
                  <a:pt x="118356" y="464"/>
                  <a:pt x="121300" y="304"/>
                  <a:pt x="124235" y="134"/>
                </a:cubicBezTo>
                <a:cubicBezTo>
                  <a:pt x="124422" y="117"/>
                  <a:pt x="124610" y="117"/>
                  <a:pt x="1247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5" name="Google Shape;445;p14"/>
          <p:cNvSpPr/>
          <p:nvPr/>
        </p:nvSpPr>
        <p:spPr>
          <a:xfrm>
            <a:off x="296833" y="1068167"/>
            <a:ext cx="350800" cy="35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6" name="Google Shape;446;p14"/>
          <p:cNvSpPr/>
          <p:nvPr/>
        </p:nvSpPr>
        <p:spPr>
          <a:xfrm>
            <a:off x="11821167" y="3640833"/>
            <a:ext cx="467600" cy="46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47" name="Google Shape;447;p14"/>
          <p:cNvGrpSpPr/>
          <p:nvPr/>
        </p:nvGrpSpPr>
        <p:grpSpPr>
          <a:xfrm rot="5400000">
            <a:off x="-534414" y="4332179"/>
            <a:ext cx="1963783" cy="157427"/>
            <a:chOff x="360600" y="4817825"/>
            <a:chExt cx="2219800" cy="125700"/>
          </a:xfrm>
        </p:grpSpPr>
        <p:sp>
          <p:nvSpPr>
            <p:cNvPr id="448" name="Google Shape;448;p14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14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14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14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14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14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14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14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14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14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8" name="Google Shape;458;p14"/>
          <p:cNvGrpSpPr/>
          <p:nvPr/>
        </p:nvGrpSpPr>
        <p:grpSpPr>
          <a:xfrm>
            <a:off x="11090612" y="562817"/>
            <a:ext cx="691953" cy="691463"/>
            <a:chOff x="3285550" y="1349075"/>
            <a:chExt cx="496475" cy="496075"/>
          </a:xfrm>
        </p:grpSpPr>
        <p:sp>
          <p:nvSpPr>
            <p:cNvPr id="459" name="Google Shape;459;p14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5" name="Google Shape;475;p14"/>
          <p:cNvSpPr/>
          <p:nvPr/>
        </p:nvSpPr>
        <p:spPr>
          <a:xfrm>
            <a:off x="2120900" y="6408133"/>
            <a:ext cx="285600" cy="285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6" name="Google Shape;476;p14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180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"/>
          <p:cNvSpPr/>
          <p:nvPr/>
        </p:nvSpPr>
        <p:spPr>
          <a:xfrm rot="10800000" flipH="1">
            <a:off x="4581915" y="6359510"/>
            <a:ext cx="7609843" cy="498489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479" name="Google Shape;479;p15"/>
          <p:cNvSpPr/>
          <p:nvPr/>
        </p:nvSpPr>
        <p:spPr>
          <a:xfrm rot="10800000" flipH="1">
            <a:off x="1" y="6434750"/>
            <a:ext cx="2370007" cy="423249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480" name="Google Shape;480;p15"/>
          <p:cNvSpPr/>
          <p:nvPr/>
        </p:nvSpPr>
        <p:spPr>
          <a:xfrm rot="10800000" flipH="1">
            <a:off x="0" y="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481" name="Google Shape;481;p15"/>
          <p:cNvSpPr/>
          <p:nvPr/>
        </p:nvSpPr>
        <p:spPr>
          <a:xfrm flipH="1">
            <a:off x="9821767" y="17"/>
            <a:ext cx="2370007" cy="423249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482" name="Google Shape;482;p15"/>
          <p:cNvGrpSpPr/>
          <p:nvPr/>
        </p:nvGrpSpPr>
        <p:grpSpPr>
          <a:xfrm>
            <a:off x="1048101" y="6138800"/>
            <a:ext cx="3243924" cy="431173"/>
            <a:chOff x="1243275" y="57550"/>
            <a:chExt cx="2432943" cy="323380"/>
          </a:xfrm>
        </p:grpSpPr>
        <p:sp>
          <p:nvSpPr>
            <p:cNvPr id="483" name="Google Shape;483;p15"/>
            <p:cNvSpPr/>
            <p:nvPr/>
          </p:nvSpPr>
          <p:spPr>
            <a:xfrm>
              <a:off x="1243275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1469409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1469409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1469409" y="5755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1243275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169554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1695543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1921677" y="5755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1921677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1921668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21478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21477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237045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237044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25604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25604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27667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2766702" y="1901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297300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297299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199127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3856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3855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3618018" y="19014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07" name="Google Shape;507;p15"/>
          <p:cNvGrpSpPr/>
          <p:nvPr/>
        </p:nvGrpSpPr>
        <p:grpSpPr>
          <a:xfrm rot="3000838">
            <a:off x="10651253" y="1483635"/>
            <a:ext cx="1179907" cy="715141"/>
            <a:chOff x="7867315" y="323427"/>
            <a:chExt cx="884931" cy="536356"/>
          </a:xfrm>
        </p:grpSpPr>
        <p:grpSp>
          <p:nvGrpSpPr>
            <p:cNvPr id="508" name="Google Shape;508;p15"/>
            <p:cNvGrpSpPr/>
            <p:nvPr/>
          </p:nvGrpSpPr>
          <p:grpSpPr>
            <a:xfrm flipH="1">
              <a:off x="7867315" y="323427"/>
              <a:ext cx="536838" cy="536356"/>
              <a:chOff x="3285550" y="1349075"/>
              <a:chExt cx="496475" cy="496075"/>
            </a:xfrm>
          </p:grpSpPr>
          <p:sp>
            <p:nvSpPr>
              <p:cNvPr id="509" name="Google Shape;509;p15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5" name="Google Shape;515;p15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6" name="Google Shape;516;p15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7" name="Google Shape;517;p15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8" name="Google Shape;518;p15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9" name="Google Shape;519;p15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0" name="Google Shape;520;p15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1" name="Google Shape;521;p15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4" name="Google Shape;524;p15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25" name="Google Shape;525;p15"/>
            <p:cNvGrpSpPr/>
            <p:nvPr/>
          </p:nvGrpSpPr>
          <p:grpSpPr>
            <a:xfrm flipH="1">
              <a:off x="8215408" y="323427"/>
              <a:ext cx="536838" cy="536356"/>
              <a:chOff x="3285550" y="1349075"/>
              <a:chExt cx="496475" cy="496075"/>
            </a:xfrm>
          </p:grpSpPr>
          <p:sp>
            <p:nvSpPr>
              <p:cNvPr id="526" name="Google Shape;526;p15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7" name="Google Shape;527;p15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8" name="Google Shape;528;p15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2" name="Google Shape;532;p15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3" name="Google Shape;533;p15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4" name="Google Shape;534;p15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5" name="Google Shape;535;p15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6" name="Google Shape;536;p15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7" name="Google Shape;537;p15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8" name="Google Shape;538;p15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9" name="Google Shape;539;p15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0" name="Google Shape;540;p15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1" name="Google Shape;541;p15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42" name="Google Shape;542;p15"/>
          <p:cNvSpPr/>
          <p:nvPr/>
        </p:nvSpPr>
        <p:spPr>
          <a:xfrm>
            <a:off x="11183272" y="3986300"/>
            <a:ext cx="423200" cy="42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43" name="Google Shape;543;p15"/>
          <p:cNvGrpSpPr/>
          <p:nvPr/>
        </p:nvGrpSpPr>
        <p:grpSpPr>
          <a:xfrm>
            <a:off x="6096013" y="719188"/>
            <a:ext cx="3181700" cy="93533"/>
            <a:chOff x="4572009" y="539391"/>
            <a:chExt cx="2386275" cy="70150"/>
          </a:xfrm>
        </p:grpSpPr>
        <p:cxnSp>
          <p:nvCxnSpPr>
            <p:cNvPr id="544" name="Google Shape;544;p15"/>
            <p:cNvCxnSpPr/>
            <p:nvPr/>
          </p:nvCxnSpPr>
          <p:spPr>
            <a:xfrm rot="10800000">
              <a:off x="5088384" y="539391"/>
              <a:ext cx="1869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15"/>
            <p:cNvCxnSpPr/>
            <p:nvPr/>
          </p:nvCxnSpPr>
          <p:spPr>
            <a:xfrm rot="10800000">
              <a:off x="4572009" y="609541"/>
              <a:ext cx="2200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6" name="Google Shape;546;p15"/>
          <p:cNvSpPr txBox="1">
            <a:spLocks noGrp="1"/>
          </p:cNvSpPr>
          <p:nvPr>
            <p:ph type="title"/>
          </p:nvPr>
        </p:nvSpPr>
        <p:spPr>
          <a:xfrm>
            <a:off x="2769600" y="3986301"/>
            <a:ext cx="6652800" cy="85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47" name="Google Shape;547;p15"/>
          <p:cNvSpPr txBox="1">
            <a:spLocks noGrp="1"/>
          </p:cNvSpPr>
          <p:nvPr>
            <p:ph type="subTitle" idx="1"/>
          </p:nvPr>
        </p:nvSpPr>
        <p:spPr>
          <a:xfrm>
            <a:off x="2769600" y="2015100"/>
            <a:ext cx="6652800" cy="197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5762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9" name="Google Shape;549;p16"/>
          <p:cNvCxnSpPr/>
          <p:nvPr/>
        </p:nvCxnSpPr>
        <p:spPr>
          <a:xfrm>
            <a:off x="1352700" y="6362521"/>
            <a:ext cx="2493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16"/>
          <p:cNvCxnSpPr/>
          <p:nvPr/>
        </p:nvCxnSpPr>
        <p:spPr>
          <a:xfrm>
            <a:off x="1600000" y="6456055"/>
            <a:ext cx="2934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1" name="Google Shape;551;p16"/>
          <p:cNvGrpSpPr/>
          <p:nvPr/>
        </p:nvGrpSpPr>
        <p:grpSpPr>
          <a:xfrm>
            <a:off x="9304161" y="445909"/>
            <a:ext cx="901804" cy="546583"/>
            <a:chOff x="7867315" y="323427"/>
            <a:chExt cx="884931" cy="536356"/>
          </a:xfrm>
        </p:grpSpPr>
        <p:grpSp>
          <p:nvGrpSpPr>
            <p:cNvPr id="552" name="Google Shape;552;p16"/>
            <p:cNvGrpSpPr/>
            <p:nvPr/>
          </p:nvGrpSpPr>
          <p:grpSpPr>
            <a:xfrm flipH="1">
              <a:off x="7867315" y="323427"/>
              <a:ext cx="536838" cy="536356"/>
              <a:chOff x="3285550" y="1349075"/>
              <a:chExt cx="496475" cy="496075"/>
            </a:xfrm>
          </p:grpSpPr>
          <p:sp>
            <p:nvSpPr>
              <p:cNvPr id="553" name="Google Shape;553;p16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4" name="Google Shape;554;p16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5" name="Google Shape;555;p16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6" name="Google Shape;556;p16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7" name="Google Shape;557;p16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8" name="Google Shape;558;p16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9" name="Google Shape;559;p16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0" name="Google Shape;560;p16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1" name="Google Shape;561;p16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2" name="Google Shape;562;p16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3" name="Google Shape;563;p16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4" name="Google Shape;564;p16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5" name="Google Shape;565;p16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6" name="Google Shape;566;p16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7" name="Google Shape;567;p16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8" name="Google Shape;568;p16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69" name="Google Shape;569;p16"/>
            <p:cNvGrpSpPr/>
            <p:nvPr/>
          </p:nvGrpSpPr>
          <p:grpSpPr>
            <a:xfrm flipH="1">
              <a:off x="8215408" y="323427"/>
              <a:ext cx="536838" cy="536356"/>
              <a:chOff x="3285550" y="1349075"/>
              <a:chExt cx="496475" cy="496075"/>
            </a:xfrm>
          </p:grpSpPr>
          <p:sp>
            <p:nvSpPr>
              <p:cNvPr id="570" name="Google Shape;570;p16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1" name="Google Shape;571;p16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2" name="Google Shape;572;p16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3" name="Google Shape;573;p16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4" name="Google Shape;574;p16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5" name="Google Shape;575;p16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6" name="Google Shape;576;p16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7" name="Google Shape;577;p16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8" name="Google Shape;578;p16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9" name="Google Shape;579;p16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0" name="Google Shape;580;p16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1" name="Google Shape;581;p16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2" name="Google Shape;582;p16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3" name="Google Shape;583;p16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4" name="Google Shape;584;p16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5" name="Google Shape;585;p16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86" name="Google Shape;586;p16"/>
          <p:cNvSpPr/>
          <p:nvPr/>
        </p:nvSpPr>
        <p:spPr>
          <a:xfrm flipH="1">
            <a:off x="960012" y="6042533"/>
            <a:ext cx="640000" cy="6400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7" name="Google Shape;587;p16"/>
          <p:cNvSpPr/>
          <p:nvPr/>
        </p:nvSpPr>
        <p:spPr>
          <a:xfrm rot="10800000" flipH="1">
            <a:off x="4581915" y="6359510"/>
            <a:ext cx="7609843" cy="498489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588" name="Google Shape;588;p16"/>
          <p:cNvSpPr/>
          <p:nvPr/>
        </p:nvSpPr>
        <p:spPr>
          <a:xfrm rot="10800000" flipH="1">
            <a:off x="0" y="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589" name="Google Shape;589;p16"/>
          <p:cNvSpPr/>
          <p:nvPr/>
        </p:nvSpPr>
        <p:spPr>
          <a:xfrm flipH="1">
            <a:off x="9821767" y="17"/>
            <a:ext cx="2370007" cy="423249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590" name="Google Shape;590;p16"/>
          <p:cNvGrpSpPr/>
          <p:nvPr/>
        </p:nvGrpSpPr>
        <p:grpSpPr>
          <a:xfrm>
            <a:off x="572797" y="1434440"/>
            <a:ext cx="756032" cy="755357"/>
            <a:chOff x="3285550" y="1349075"/>
            <a:chExt cx="496475" cy="496075"/>
          </a:xfrm>
        </p:grpSpPr>
        <p:sp>
          <p:nvSpPr>
            <p:cNvPr id="591" name="Google Shape;591;p16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07" name="Google Shape;607;p16"/>
          <p:cNvSpPr/>
          <p:nvPr/>
        </p:nvSpPr>
        <p:spPr>
          <a:xfrm>
            <a:off x="11564401" y="2826267"/>
            <a:ext cx="309600" cy="309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8" name="Google Shape;608;p16"/>
          <p:cNvSpPr/>
          <p:nvPr/>
        </p:nvSpPr>
        <p:spPr>
          <a:xfrm>
            <a:off x="663900" y="4863800"/>
            <a:ext cx="498400" cy="498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9" name="Google Shape;609;p16"/>
          <p:cNvSpPr txBox="1">
            <a:spLocks noGrp="1"/>
          </p:cNvSpPr>
          <p:nvPr>
            <p:ph type="title"/>
          </p:nvPr>
        </p:nvSpPr>
        <p:spPr>
          <a:xfrm>
            <a:off x="960000" y="2189800"/>
            <a:ext cx="4195200" cy="76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16"/>
          <p:cNvSpPr txBox="1">
            <a:spLocks noGrp="1"/>
          </p:cNvSpPr>
          <p:nvPr>
            <p:ph type="subTitle" idx="1"/>
          </p:nvPr>
        </p:nvSpPr>
        <p:spPr>
          <a:xfrm>
            <a:off x="960000" y="2953400"/>
            <a:ext cx="4195200" cy="173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64286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612;p17"/>
          <p:cNvGrpSpPr/>
          <p:nvPr/>
        </p:nvGrpSpPr>
        <p:grpSpPr>
          <a:xfrm rot="10800000" flipH="1">
            <a:off x="-11" y="-43"/>
            <a:ext cx="12193180" cy="6857793"/>
            <a:chOff x="242125" y="854375"/>
            <a:chExt cx="7137750" cy="4014475"/>
          </a:xfrm>
        </p:grpSpPr>
        <p:sp>
          <p:nvSpPr>
            <p:cNvPr id="613" name="Google Shape;613;p17"/>
            <p:cNvSpPr/>
            <p:nvPr/>
          </p:nvSpPr>
          <p:spPr>
            <a:xfrm>
              <a:off x="3754800" y="854375"/>
              <a:ext cx="3625075" cy="238650"/>
            </a:xfrm>
            <a:custGeom>
              <a:avLst/>
              <a:gdLst/>
              <a:ahLst/>
              <a:cxnLst/>
              <a:rect l="l" t="t" r="r" b="b"/>
              <a:pathLst>
                <a:path w="145003" h="9546" extrusionOk="0">
                  <a:moveTo>
                    <a:pt x="0" y="1"/>
                  </a:moveTo>
                  <a:cubicBezTo>
                    <a:pt x="250" y="3150"/>
                    <a:pt x="1686" y="5585"/>
                    <a:pt x="4362" y="7262"/>
                  </a:cubicBezTo>
                  <a:cubicBezTo>
                    <a:pt x="6744" y="8752"/>
                    <a:pt x="9412" y="9287"/>
                    <a:pt x="12159" y="9466"/>
                  </a:cubicBezTo>
                  <a:cubicBezTo>
                    <a:pt x="12996" y="9520"/>
                    <a:pt x="13831" y="9545"/>
                    <a:pt x="14665" y="9545"/>
                  </a:cubicBezTo>
                  <a:cubicBezTo>
                    <a:pt x="18108" y="9545"/>
                    <a:pt x="21527" y="9111"/>
                    <a:pt x="24917" y="8458"/>
                  </a:cubicBezTo>
                  <a:cubicBezTo>
                    <a:pt x="30082" y="7450"/>
                    <a:pt x="35265" y="6566"/>
                    <a:pt x="40493" y="5897"/>
                  </a:cubicBezTo>
                  <a:cubicBezTo>
                    <a:pt x="45078" y="5317"/>
                    <a:pt x="49690" y="4916"/>
                    <a:pt x="54311" y="4702"/>
                  </a:cubicBezTo>
                  <a:cubicBezTo>
                    <a:pt x="56543" y="4596"/>
                    <a:pt x="58777" y="4547"/>
                    <a:pt x="61013" y="4547"/>
                  </a:cubicBezTo>
                  <a:cubicBezTo>
                    <a:pt x="63298" y="4547"/>
                    <a:pt x="65585" y="4598"/>
                    <a:pt x="67871" y="4693"/>
                  </a:cubicBezTo>
                  <a:cubicBezTo>
                    <a:pt x="69736" y="4773"/>
                    <a:pt x="71609" y="4889"/>
                    <a:pt x="73474" y="5050"/>
                  </a:cubicBezTo>
                  <a:cubicBezTo>
                    <a:pt x="76034" y="5264"/>
                    <a:pt x="78586" y="5523"/>
                    <a:pt x="81137" y="5781"/>
                  </a:cubicBezTo>
                  <a:cubicBezTo>
                    <a:pt x="83269" y="6004"/>
                    <a:pt x="85383" y="6263"/>
                    <a:pt x="87516" y="6504"/>
                  </a:cubicBezTo>
                  <a:cubicBezTo>
                    <a:pt x="89665" y="6745"/>
                    <a:pt x="91815" y="7004"/>
                    <a:pt x="93965" y="7209"/>
                  </a:cubicBezTo>
                  <a:cubicBezTo>
                    <a:pt x="96472" y="7459"/>
                    <a:pt x="98979" y="7637"/>
                    <a:pt x="101486" y="7771"/>
                  </a:cubicBezTo>
                  <a:cubicBezTo>
                    <a:pt x="102998" y="7850"/>
                    <a:pt x="104510" y="7885"/>
                    <a:pt x="106021" y="7885"/>
                  </a:cubicBezTo>
                  <a:cubicBezTo>
                    <a:pt x="108442" y="7885"/>
                    <a:pt x="110863" y="7794"/>
                    <a:pt x="113279" y="7646"/>
                  </a:cubicBezTo>
                  <a:cubicBezTo>
                    <a:pt x="116295" y="7467"/>
                    <a:pt x="119310" y="7271"/>
                    <a:pt x="122325" y="7066"/>
                  </a:cubicBezTo>
                  <a:cubicBezTo>
                    <a:pt x="124779" y="6897"/>
                    <a:pt x="127232" y="6727"/>
                    <a:pt x="129685" y="6531"/>
                  </a:cubicBezTo>
                  <a:cubicBezTo>
                    <a:pt x="132406" y="6299"/>
                    <a:pt x="135118" y="6040"/>
                    <a:pt x="137830" y="5790"/>
                  </a:cubicBezTo>
                  <a:cubicBezTo>
                    <a:pt x="140230" y="5558"/>
                    <a:pt x="142621" y="5317"/>
                    <a:pt x="145003" y="4978"/>
                  </a:cubicBezTo>
                  <a:lnTo>
                    <a:pt x="145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42125" y="4700825"/>
              <a:ext cx="4905700" cy="168025"/>
            </a:xfrm>
            <a:custGeom>
              <a:avLst/>
              <a:gdLst/>
              <a:ahLst/>
              <a:cxnLst/>
              <a:rect l="l" t="t" r="r" b="b"/>
              <a:pathLst>
                <a:path w="196228" h="6721" extrusionOk="0">
                  <a:moveTo>
                    <a:pt x="30642" y="1"/>
                  </a:moveTo>
                  <a:cubicBezTo>
                    <a:pt x="30545" y="1"/>
                    <a:pt x="30447" y="2"/>
                    <a:pt x="30350" y="3"/>
                  </a:cubicBezTo>
                  <a:cubicBezTo>
                    <a:pt x="25024" y="83"/>
                    <a:pt x="19716" y="351"/>
                    <a:pt x="14435" y="1082"/>
                  </a:cubicBezTo>
                  <a:cubicBezTo>
                    <a:pt x="10590" y="1609"/>
                    <a:pt x="6798" y="2358"/>
                    <a:pt x="3069" y="3402"/>
                  </a:cubicBezTo>
                  <a:cubicBezTo>
                    <a:pt x="2043" y="3696"/>
                    <a:pt x="1053" y="4116"/>
                    <a:pt x="1" y="4312"/>
                  </a:cubicBezTo>
                  <a:lnTo>
                    <a:pt x="1" y="6721"/>
                  </a:lnTo>
                  <a:lnTo>
                    <a:pt x="196228" y="6721"/>
                  </a:lnTo>
                  <a:cubicBezTo>
                    <a:pt x="195309" y="6221"/>
                    <a:pt x="194274" y="6043"/>
                    <a:pt x="193275" y="5775"/>
                  </a:cubicBezTo>
                  <a:cubicBezTo>
                    <a:pt x="184818" y="3464"/>
                    <a:pt x="176173" y="2251"/>
                    <a:pt x="167449" y="1600"/>
                  </a:cubicBezTo>
                  <a:cubicBezTo>
                    <a:pt x="163470" y="1305"/>
                    <a:pt x="159491" y="1181"/>
                    <a:pt x="155503" y="1163"/>
                  </a:cubicBezTo>
                  <a:cubicBezTo>
                    <a:pt x="155282" y="1162"/>
                    <a:pt x="155060" y="1162"/>
                    <a:pt x="154839" y="1162"/>
                  </a:cubicBezTo>
                  <a:cubicBezTo>
                    <a:pt x="149066" y="1162"/>
                    <a:pt x="143301" y="1386"/>
                    <a:pt x="137545" y="1859"/>
                  </a:cubicBezTo>
                  <a:cubicBezTo>
                    <a:pt x="134485" y="2108"/>
                    <a:pt x="131425" y="2376"/>
                    <a:pt x="128374" y="2760"/>
                  </a:cubicBezTo>
                  <a:cubicBezTo>
                    <a:pt x="124494" y="3241"/>
                    <a:pt x="120622" y="3687"/>
                    <a:pt x="116724" y="3955"/>
                  </a:cubicBezTo>
                  <a:cubicBezTo>
                    <a:pt x="112352" y="4249"/>
                    <a:pt x="107963" y="4392"/>
                    <a:pt x="103574" y="4455"/>
                  </a:cubicBezTo>
                  <a:cubicBezTo>
                    <a:pt x="102411" y="4470"/>
                    <a:pt x="101247" y="4477"/>
                    <a:pt x="100083" y="4477"/>
                  </a:cubicBezTo>
                  <a:cubicBezTo>
                    <a:pt x="94536" y="4477"/>
                    <a:pt x="88984" y="4315"/>
                    <a:pt x="83439" y="4116"/>
                  </a:cubicBezTo>
                  <a:cubicBezTo>
                    <a:pt x="81137" y="4026"/>
                    <a:pt x="78845" y="3910"/>
                    <a:pt x="76552" y="3777"/>
                  </a:cubicBezTo>
                  <a:cubicBezTo>
                    <a:pt x="73394" y="3598"/>
                    <a:pt x="70254" y="3384"/>
                    <a:pt x="67105" y="3179"/>
                  </a:cubicBezTo>
                  <a:cubicBezTo>
                    <a:pt x="65445" y="3063"/>
                    <a:pt x="63795" y="2938"/>
                    <a:pt x="62145" y="2804"/>
                  </a:cubicBezTo>
                  <a:cubicBezTo>
                    <a:pt x="59825" y="2617"/>
                    <a:pt x="57506" y="2421"/>
                    <a:pt x="55186" y="2224"/>
                  </a:cubicBezTo>
                  <a:cubicBezTo>
                    <a:pt x="53161" y="2046"/>
                    <a:pt x="51136" y="1867"/>
                    <a:pt x="49120" y="1680"/>
                  </a:cubicBezTo>
                  <a:cubicBezTo>
                    <a:pt x="46586" y="1439"/>
                    <a:pt x="44062" y="1189"/>
                    <a:pt x="41537" y="940"/>
                  </a:cubicBezTo>
                  <a:cubicBezTo>
                    <a:pt x="39619" y="752"/>
                    <a:pt x="37710" y="547"/>
                    <a:pt x="35792" y="378"/>
                  </a:cubicBezTo>
                  <a:cubicBezTo>
                    <a:pt x="34078" y="217"/>
                    <a:pt x="32364" y="1"/>
                    <a:pt x="30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15" name="Google Shape;615;p17"/>
          <p:cNvGrpSpPr/>
          <p:nvPr/>
        </p:nvGrpSpPr>
        <p:grpSpPr>
          <a:xfrm>
            <a:off x="959986" y="6463545"/>
            <a:ext cx="1963783" cy="157427"/>
            <a:chOff x="360600" y="4817825"/>
            <a:chExt cx="2219800" cy="125700"/>
          </a:xfrm>
        </p:grpSpPr>
        <p:sp>
          <p:nvSpPr>
            <p:cNvPr id="616" name="Google Shape;616;p17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17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17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17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17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17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17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17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17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17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26" name="Google Shape;626;p17"/>
          <p:cNvSpPr/>
          <p:nvPr/>
        </p:nvSpPr>
        <p:spPr>
          <a:xfrm>
            <a:off x="11518767" y="5724400"/>
            <a:ext cx="414400" cy="41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7" name="Google Shape;627;p17"/>
          <p:cNvSpPr/>
          <p:nvPr/>
        </p:nvSpPr>
        <p:spPr>
          <a:xfrm>
            <a:off x="9073300" y="208000"/>
            <a:ext cx="284800" cy="28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28" name="Google Shape;628;p17"/>
          <p:cNvGrpSpPr/>
          <p:nvPr/>
        </p:nvGrpSpPr>
        <p:grpSpPr>
          <a:xfrm>
            <a:off x="11241212" y="373483"/>
            <a:ext cx="691953" cy="691463"/>
            <a:chOff x="3285550" y="1349075"/>
            <a:chExt cx="496475" cy="496075"/>
          </a:xfrm>
        </p:grpSpPr>
        <p:sp>
          <p:nvSpPr>
            <p:cNvPr id="629" name="Google Shape;629;p17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17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17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17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45" name="Google Shape;645;p17"/>
          <p:cNvSpPr/>
          <p:nvPr/>
        </p:nvSpPr>
        <p:spPr>
          <a:xfrm>
            <a:off x="258633" y="3839367"/>
            <a:ext cx="284800" cy="28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6" name="Google Shape;646;p17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17"/>
          <p:cNvSpPr txBox="1">
            <a:spLocks noGrp="1"/>
          </p:cNvSpPr>
          <p:nvPr>
            <p:ph type="body" idx="1"/>
          </p:nvPr>
        </p:nvSpPr>
        <p:spPr>
          <a:xfrm>
            <a:off x="960000" y="1583600"/>
            <a:ext cx="5678000" cy="455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67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14540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18"/>
          <p:cNvGrpSpPr/>
          <p:nvPr/>
        </p:nvGrpSpPr>
        <p:grpSpPr>
          <a:xfrm rot="10800000">
            <a:off x="-11" y="-43"/>
            <a:ext cx="12193180" cy="6857793"/>
            <a:chOff x="242125" y="854375"/>
            <a:chExt cx="7137750" cy="4014475"/>
          </a:xfrm>
        </p:grpSpPr>
        <p:sp>
          <p:nvSpPr>
            <p:cNvPr id="650" name="Google Shape;650;p18"/>
            <p:cNvSpPr/>
            <p:nvPr/>
          </p:nvSpPr>
          <p:spPr>
            <a:xfrm>
              <a:off x="3754800" y="854375"/>
              <a:ext cx="3625075" cy="238650"/>
            </a:xfrm>
            <a:custGeom>
              <a:avLst/>
              <a:gdLst/>
              <a:ahLst/>
              <a:cxnLst/>
              <a:rect l="l" t="t" r="r" b="b"/>
              <a:pathLst>
                <a:path w="145003" h="9546" extrusionOk="0">
                  <a:moveTo>
                    <a:pt x="0" y="1"/>
                  </a:moveTo>
                  <a:cubicBezTo>
                    <a:pt x="250" y="3150"/>
                    <a:pt x="1686" y="5585"/>
                    <a:pt x="4362" y="7262"/>
                  </a:cubicBezTo>
                  <a:cubicBezTo>
                    <a:pt x="6744" y="8752"/>
                    <a:pt x="9412" y="9287"/>
                    <a:pt x="12159" y="9466"/>
                  </a:cubicBezTo>
                  <a:cubicBezTo>
                    <a:pt x="12996" y="9520"/>
                    <a:pt x="13831" y="9545"/>
                    <a:pt x="14665" y="9545"/>
                  </a:cubicBezTo>
                  <a:cubicBezTo>
                    <a:pt x="18108" y="9545"/>
                    <a:pt x="21527" y="9111"/>
                    <a:pt x="24917" y="8458"/>
                  </a:cubicBezTo>
                  <a:cubicBezTo>
                    <a:pt x="30082" y="7450"/>
                    <a:pt x="35265" y="6566"/>
                    <a:pt x="40493" y="5897"/>
                  </a:cubicBezTo>
                  <a:cubicBezTo>
                    <a:pt x="45078" y="5317"/>
                    <a:pt x="49690" y="4916"/>
                    <a:pt x="54311" y="4702"/>
                  </a:cubicBezTo>
                  <a:cubicBezTo>
                    <a:pt x="56543" y="4596"/>
                    <a:pt x="58777" y="4547"/>
                    <a:pt x="61013" y="4547"/>
                  </a:cubicBezTo>
                  <a:cubicBezTo>
                    <a:pt x="63298" y="4547"/>
                    <a:pt x="65585" y="4598"/>
                    <a:pt x="67871" y="4693"/>
                  </a:cubicBezTo>
                  <a:cubicBezTo>
                    <a:pt x="69736" y="4773"/>
                    <a:pt x="71609" y="4889"/>
                    <a:pt x="73474" y="5050"/>
                  </a:cubicBezTo>
                  <a:cubicBezTo>
                    <a:pt x="76034" y="5264"/>
                    <a:pt x="78586" y="5523"/>
                    <a:pt x="81137" y="5781"/>
                  </a:cubicBezTo>
                  <a:cubicBezTo>
                    <a:pt x="83269" y="6004"/>
                    <a:pt x="85383" y="6263"/>
                    <a:pt x="87516" y="6504"/>
                  </a:cubicBezTo>
                  <a:cubicBezTo>
                    <a:pt x="89665" y="6745"/>
                    <a:pt x="91815" y="7004"/>
                    <a:pt x="93965" y="7209"/>
                  </a:cubicBezTo>
                  <a:cubicBezTo>
                    <a:pt x="96472" y="7459"/>
                    <a:pt x="98979" y="7637"/>
                    <a:pt x="101486" y="7771"/>
                  </a:cubicBezTo>
                  <a:cubicBezTo>
                    <a:pt x="102998" y="7850"/>
                    <a:pt x="104510" y="7885"/>
                    <a:pt x="106021" y="7885"/>
                  </a:cubicBezTo>
                  <a:cubicBezTo>
                    <a:pt x="108442" y="7885"/>
                    <a:pt x="110863" y="7794"/>
                    <a:pt x="113279" y="7646"/>
                  </a:cubicBezTo>
                  <a:cubicBezTo>
                    <a:pt x="116295" y="7467"/>
                    <a:pt x="119310" y="7271"/>
                    <a:pt x="122325" y="7066"/>
                  </a:cubicBezTo>
                  <a:cubicBezTo>
                    <a:pt x="124779" y="6897"/>
                    <a:pt x="127232" y="6727"/>
                    <a:pt x="129685" y="6531"/>
                  </a:cubicBezTo>
                  <a:cubicBezTo>
                    <a:pt x="132406" y="6299"/>
                    <a:pt x="135118" y="6040"/>
                    <a:pt x="137830" y="5790"/>
                  </a:cubicBezTo>
                  <a:cubicBezTo>
                    <a:pt x="140230" y="5558"/>
                    <a:pt x="142621" y="5317"/>
                    <a:pt x="145003" y="4978"/>
                  </a:cubicBezTo>
                  <a:lnTo>
                    <a:pt x="145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242125" y="4700825"/>
              <a:ext cx="4905700" cy="168025"/>
            </a:xfrm>
            <a:custGeom>
              <a:avLst/>
              <a:gdLst/>
              <a:ahLst/>
              <a:cxnLst/>
              <a:rect l="l" t="t" r="r" b="b"/>
              <a:pathLst>
                <a:path w="196228" h="6721" extrusionOk="0">
                  <a:moveTo>
                    <a:pt x="30642" y="1"/>
                  </a:moveTo>
                  <a:cubicBezTo>
                    <a:pt x="30545" y="1"/>
                    <a:pt x="30447" y="2"/>
                    <a:pt x="30350" y="3"/>
                  </a:cubicBezTo>
                  <a:cubicBezTo>
                    <a:pt x="25024" y="83"/>
                    <a:pt x="19716" y="351"/>
                    <a:pt x="14435" y="1082"/>
                  </a:cubicBezTo>
                  <a:cubicBezTo>
                    <a:pt x="10590" y="1609"/>
                    <a:pt x="6798" y="2358"/>
                    <a:pt x="3069" y="3402"/>
                  </a:cubicBezTo>
                  <a:cubicBezTo>
                    <a:pt x="2043" y="3696"/>
                    <a:pt x="1053" y="4116"/>
                    <a:pt x="1" y="4312"/>
                  </a:cubicBezTo>
                  <a:lnTo>
                    <a:pt x="1" y="6721"/>
                  </a:lnTo>
                  <a:lnTo>
                    <a:pt x="196228" y="6721"/>
                  </a:lnTo>
                  <a:cubicBezTo>
                    <a:pt x="195309" y="6221"/>
                    <a:pt x="194274" y="6043"/>
                    <a:pt x="193275" y="5775"/>
                  </a:cubicBezTo>
                  <a:cubicBezTo>
                    <a:pt x="184818" y="3464"/>
                    <a:pt x="176173" y="2251"/>
                    <a:pt x="167449" y="1600"/>
                  </a:cubicBezTo>
                  <a:cubicBezTo>
                    <a:pt x="163470" y="1305"/>
                    <a:pt x="159491" y="1181"/>
                    <a:pt x="155503" y="1163"/>
                  </a:cubicBezTo>
                  <a:cubicBezTo>
                    <a:pt x="155282" y="1162"/>
                    <a:pt x="155060" y="1162"/>
                    <a:pt x="154839" y="1162"/>
                  </a:cubicBezTo>
                  <a:cubicBezTo>
                    <a:pt x="149066" y="1162"/>
                    <a:pt x="143301" y="1386"/>
                    <a:pt x="137545" y="1859"/>
                  </a:cubicBezTo>
                  <a:cubicBezTo>
                    <a:pt x="134485" y="2108"/>
                    <a:pt x="131425" y="2376"/>
                    <a:pt x="128374" y="2760"/>
                  </a:cubicBezTo>
                  <a:cubicBezTo>
                    <a:pt x="124494" y="3241"/>
                    <a:pt x="120622" y="3687"/>
                    <a:pt x="116724" y="3955"/>
                  </a:cubicBezTo>
                  <a:cubicBezTo>
                    <a:pt x="112352" y="4249"/>
                    <a:pt x="107963" y="4392"/>
                    <a:pt x="103574" y="4455"/>
                  </a:cubicBezTo>
                  <a:cubicBezTo>
                    <a:pt x="102411" y="4470"/>
                    <a:pt x="101247" y="4477"/>
                    <a:pt x="100083" y="4477"/>
                  </a:cubicBezTo>
                  <a:cubicBezTo>
                    <a:pt x="94536" y="4477"/>
                    <a:pt x="88984" y="4315"/>
                    <a:pt x="83439" y="4116"/>
                  </a:cubicBezTo>
                  <a:cubicBezTo>
                    <a:pt x="81137" y="4026"/>
                    <a:pt x="78845" y="3910"/>
                    <a:pt x="76552" y="3777"/>
                  </a:cubicBezTo>
                  <a:cubicBezTo>
                    <a:pt x="73394" y="3598"/>
                    <a:pt x="70254" y="3384"/>
                    <a:pt x="67105" y="3179"/>
                  </a:cubicBezTo>
                  <a:cubicBezTo>
                    <a:pt x="65445" y="3063"/>
                    <a:pt x="63795" y="2938"/>
                    <a:pt x="62145" y="2804"/>
                  </a:cubicBezTo>
                  <a:cubicBezTo>
                    <a:pt x="59825" y="2617"/>
                    <a:pt x="57506" y="2421"/>
                    <a:pt x="55186" y="2224"/>
                  </a:cubicBezTo>
                  <a:cubicBezTo>
                    <a:pt x="53161" y="2046"/>
                    <a:pt x="51136" y="1867"/>
                    <a:pt x="49120" y="1680"/>
                  </a:cubicBezTo>
                  <a:cubicBezTo>
                    <a:pt x="46586" y="1439"/>
                    <a:pt x="44062" y="1189"/>
                    <a:pt x="41537" y="940"/>
                  </a:cubicBezTo>
                  <a:cubicBezTo>
                    <a:pt x="39619" y="752"/>
                    <a:pt x="37710" y="547"/>
                    <a:pt x="35792" y="378"/>
                  </a:cubicBezTo>
                  <a:cubicBezTo>
                    <a:pt x="34078" y="217"/>
                    <a:pt x="32364" y="1"/>
                    <a:pt x="30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2" name="Google Shape;652;p18"/>
          <p:cNvGrpSpPr/>
          <p:nvPr/>
        </p:nvGrpSpPr>
        <p:grpSpPr>
          <a:xfrm flipH="1">
            <a:off x="9269387" y="6463545"/>
            <a:ext cx="1963783" cy="157427"/>
            <a:chOff x="360600" y="4817825"/>
            <a:chExt cx="2219800" cy="125700"/>
          </a:xfrm>
        </p:grpSpPr>
        <p:sp>
          <p:nvSpPr>
            <p:cNvPr id="653" name="Google Shape;653;p18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18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18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18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18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18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18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18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18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18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3" name="Google Shape;663;p18"/>
          <p:cNvSpPr/>
          <p:nvPr/>
        </p:nvSpPr>
        <p:spPr>
          <a:xfrm flipH="1">
            <a:off x="259989" y="5724400"/>
            <a:ext cx="414400" cy="41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4" name="Google Shape;664;p18"/>
          <p:cNvSpPr/>
          <p:nvPr/>
        </p:nvSpPr>
        <p:spPr>
          <a:xfrm flipH="1">
            <a:off x="2835056" y="208000"/>
            <a:ext cx="284800" cy="28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65" name="Google Shape;665;p18"/>
          <p:cNvGrpSpPr/>
          <p:nvPr/>
        </p:nvGrpSpPr>
        <p:grpSpPr>
          <a:xfrm flipH="1">
            <a:off x="259993" y="373483"/>
            <a:ext cx="691953" cy="691463"/>
            <a:chOff x="3285550" y="1349075"/>
            <a:chExt cx="496475" cy="496075"/>
          </a:xfrm>
        </p:grpSpPr>
        <p:sp>
          <p:nvSpPr>
            <p:cNvPr id="666" name="Google Shape;666;p1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1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1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1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1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1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1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1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1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1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82" name="Google Shape;682;p18"/>
          <p:cNvSpPr/>
          <p:nvPr/>
        </p:nvSpPr>
        <p:spPr>
          <a:xfrm flipH="1">
            <a:off x="11649723" y="3839367"/>
            <a:ext cx="284800" cy="28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3" name="Google Shape;683;p18"/>
          <p:cNvSpPr txBox="1">
            <a:spLocks noGrp="1"/>
          </p:cNvSpPr>
          <p:nvPr>
            <p:ph type="body" idx="1"/>
          </p:nvPr>
        </p:nvSpPr>
        <p:spPr>
          <a:xfrm>
            <a:off x="950800" y="1925333"/>
            <a:ext cx="4982000" cy="374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67"/>
            </a:lvl1pPr>
            <a:lvl2pPr marL="1219170" lvl="1" indent="-406390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684" name="Google Shape;684;p18"/>
          <p:cNvSpPr txBox="1">
            <a:spLocks noGrp="1"/>
          </p:cNvSpPr>
          <p:nvPr>
            <p:ph type="body" idx="2"/>
          </p:nvPr>
        </p:nvSpPr>
        <p:spPr>
          <a:xfrm>
            <a:off x="6259333" y="1925333"/>
            <a:ext cx="4982000" cy="374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"/>
              <a:buChar char="●"/>
              <a:defRPr sz="3333">
                <a:latin typeface="Anton"/>
                <a:ea typeface="Anton"/>
                <a:cs typeface="Anton"/>
                <a:sym typeface="Anton"/>
              </a:defRPr>
            </a:lvl1pPr>
            <a:lvl2pPr marL="1219170" lvl="1" indent="-406390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685" name="Google Shape;685;p18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43518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9"/>
          <p:cNvSpPr/>
          <p:nvPr/>
        </p:nvSpPr>
        <p:spPr>
          <a:xfrm flipH="1">
            <a:off x="1644201" y="1"/>
            <a:ext cx="6583791" cy="431276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688" name="Google Shape;688;p19"/>
          <p:cNvSpPr/>
          <p:nvPr/>
        </p:nvSpPr>
        <p:spPr>
          <a:xfrm flipH="1">
            <a:off x="10141535" y="0"/>
            <a:ext cx="2050453" cy="366181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1" y="5753701"/>
            <a:ext cx="8758129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690" name="Google Shape;690;p19"/>
          <p:cNvGrpSpPr/>
          <p:nvPr/>
        </p:nvGrpSpPr>
        <p:grpSpPr>
          <a:xfrm>
            <a:off x="858133" y="719200"/>
            <a:ext cx="92667" cy="2385600"/>
            <a:chOff x="643600" y="539400"/>
            <a:chExt cx="69500" cy="1789200"/>
          </a:xfrm>
        </p:grpSpPr>
        <p:cxnSp>
          <p:nvCxnSpPr>
            <p:cNvPr id="691" name="Google Shape;691;p19"/>
            <p:cNvCxnSpPr/>
            <p:nvPr/>
          </p:nvCxnSpPr>
          <p:spPr>
            <a:xfrm>
              <a:off x="713100" y="539400"/>
              <a:ext cx="0" cy="1789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19"/>
            <p:cNvCxnSpPr/>
            <p:nvPr/>
          </p:nvCxnSpPr>
          <p:spPr>
            <a:xfrm>
              <a:off x="643600" y="539400"/>
              <a:ext cx="0" cy="1789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93" name="Google Shape;693;p19"/>
          <p:cNvGrpSpPr/>
          <p:nvPr/>
        </p:nvGrpSpPr>
        <p:grpSpPr>
          <a:xfrm>
            <a:off x="11609067" y="3359467"/>
            <a:ext cx="253600" cy="2767533"/>
            <a:chOff x="8706800" y="2601425"/>
            <a:chExt cx="190200" cy="2075650"/>
          </a:xfrm>
        </p:grpSpPr>
        <p:sp>
          <p:nvSpPr>
            <p:cNvPr id="694" name="Google Shape;694;p19"/>
            <p:cNvSpPr/>
            <p:nvPr/>
          </p:nvSpPr>
          <p:spPr>
            <a:xfrm>
              <a:off x="8706800" y="26014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8706800" y="287077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8706800" y="3140125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8706800" y="36788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8706800" y="42175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8706800" y="4486875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00" name="Google Shape;700;p19"/>
          <p:cNvSpPr/>
          <p:nvPr/>
        </p:nvSpPr>
        <p:spPr>
          <a:xfrm>
            <a:off x="9989633" y="6345200"/>
            <a:ext cx="414400" cy="41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1" name="Google Shape;701;p19"/>
          <p:cNvSpPr/>
          <p:nvPr/>
        </p:nvSpPr>
        <p:spPr>
          <a:xfrm>
            <a:off x="9073300" y="208000"/>
            <a:ext cx="284800" cy="28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02" name="Google Shape;702;p19"/>
          <p:cNvGrpSpPr/>
          <p:nvPr/>
        </p:nvGrpSpPr>
        <p:grpSpPr>
          <a:xfrm>
            <a:off x="11090612" y="1149650"/>
            <a:ext cx="691953" cy="691463"/>
            <a:chOff x="3285550" y="1349075"/>
            <a:chExt cx="496475" cy="496075"/>
          </a:xfrm>
        </p:grpSpPr>
        <p:sp>
          <p:nvSpPr>
            <p:cNvPr id="703" name="Google Shape;703;p19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19" name="Google Shape;719;p19"/>
          <p:cNvSpPr/>
          <p:nvPr/>
        </p:nvSpPr>
        <p:spPr>
          <a:xfrm>
            <a:off x="150233" y="3823733"/>
            <a:ext cx="284800" cy="28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0" name="Google Shape;720;p19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19"/>
          <p:cNvSpPr txBox="1">
            <a:spLocks noGrp="1"/>
          </p:cNvSpPr>
          <p:nvPr>
            <p:ph type="title" idx="2"/>
          </p:nvPr>
        </p:nvSpPr>
        <p:spPr>
          <a:xfrm>
            <a:off x="960000" y="3614333"/>
            <a:ext cx="30740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722" name="Google Shape;722;p19"/>
          <p:cNvSpPr txBox="1">
            <a:spLocks noGrp="1"/>
          </p:cNvSpPr>
          <p:nvPr>
            <p:ph type="subTitle" idx="1"/>
          </p:nvPr>
        </p:nvSpPr>
        <p:spPr>
          <a:xfrm>
            <a:off x="960000" y="4317933"/>
            <a:ext cx="3074000" cy="106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23" name="Google Shape;723;p19"/>
          <p:cNvSpPr txBox="1">
            <a:spLocks noGrp="1"/>
          </p:cNvSpPr>
          <p:nvPr>
            <p:ph type="title" idx="3"/>
          </p:nvPr>
        </p:nvSpPr>
        <p:spPr>
          <a:xfrm>
            <a:off x="4558957" y="3614333"/>
            <a:ext cx="30740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724" name="Google Shape;724;p19"/>
          <p:cNvSpPr txBox="1">
            <a:spLocks noGrp="1"/>
          </p:cNvSpPr>
          <p:nvPr>
            <p:ph type="subTitle" idx="4"/>
          </p:nvPr>
        </p:nvSpPr>
        <p:spPr>
          <a:xfrm>
            <a:off x="4558961" y="4317933"/>
            <a:ext cx="3074000" cy="106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title" idx="5"/>
          </p:nvPr>
        </p:nvSpPr>
        <p:spPr>
          <a:xfrm>
            <a:off x="8157925" y="3614333"/>
            <a:ext cx="30740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726" name="Google Shape;726;p19"/>
          <p:cNvSpPr txBox="1">
            <a:spLocks noGrp="1"/>
          </p:cNvSpPr>
          <p:nvPr>
            <p:ph type="subTitle" idx="6"/>
          </p:nvPr>
        </p:nvSpPr>
        <p:spPr>
          <a:xfrm>
            <a:off x="8157933" y="4317933"/>
            <a:ext cx="3074000" cy="106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6989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1"/>
          <p:cNvSpPr/>
          <p:nvPr/>
        </p:nvSpPr>
        <p:spPr>
          <a:xfrm rot="10800000">
            <a:off x="5409283" y="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789" name="Google Shape;789;p21"/>
          <p:cNvSpPr/>
          <p:nvPr/>
        </p:nvSpPr>
        <p:spPr>
          <a:xfrm>
            <a:off x="13" y="6571184"/>
            <a:ext cx="8380244" cy="287032"/>
          </a:xfrm>
          <a:custGeom>
            <a:avLst/>
            <a:gdLst/>
            <a:ahLst/>
            <a:cxnLst/>
            <a:rect l="l" t="t" r="r" b="b"/>
            <a:pathLst>
              <a:path w="196228" h="6721" extrusionOk="0">
                <a:moveTo>
                  <a:pt x="30642" y="1"/>
                </a:moveTo>
                <a:cubicBezTo>
                  <a:pt x="30545" y="1"/>
                  <a:pt x="30447" y="2"/>
                  <a:pt x="30350" y="3"/>
                </a:cubicBezTo>
                <a:cubicBezTo>
                  <a:pt x="25024" y="83"/>
                  <a:pt x="19716" y="351"/>
                  <a:pt x="14435" y="1082"/>
                </a:cubicBezTo>
                <a:cubicBezTo>
                  <a:pt x="10590" y="1609"/>
                  <a:pt x="6798" y="2358"/>
                  <a:pt x="3069" y="3402"/>
                </a:cubicBezTo>
                <a:cubicBezTo>
                  <a:pt x="2043" y="3696"/>
                  <a:pt x="1053" y="4116"/>
                  <a:pt x="1" y="4312"/>
                </a:cubicBezTo>
                <a:lnTo>
                  <a:pt x="1" y="6721"/>
                </a:lnTo>
                <a:lnTo>
                  <a:pt x="196228" y="6721"/>
                </a:lnTo>
                <a:cubicBezTo>
                  <a:pt x="195309" y="6221"/>
                  <a:pt x="194274" y="6043"/>
                  <a:pt x="193275" y="5775"/>
                </a:cubicBezTo>
                <a:cubicBezTo>
                  <a:pt x="184818" y="3464"/>
                  <a:pt x="176173" y="2251"/>
                  <a:pt x="167449" y="1600"/>
                </a:cubicBezTo>
                <a:cubicBezTo>
                  <a:pt x="163470" y="1305"/>
                  <a:pt x="159491" y="1181"/>
                  <a:pt x="155503" y="1163"/>
                </a:cubicBezTo>
                <a:cubicBezTo>
                  <a:pt x="155282" y="1162"/>
                  <a:pt x="155060" y="1162"/>
                  <a:pt x="154839" y="1162"/>
                </a:cubicBezTo>
                <a:cubicBezTo>
                  <a:pt x="149066" y="1162"/>
                  <a:pt x="143301" y="1386"/>
                  <a:pt x="137545" y="1859"/>
                </a:cubicBezTo>
                <a:cubicBezTo>
                  <a:pt x="134485" y="2108"/>
                  <a:pt x="131425" y="2376"/>
                  <a:pt x="128374" y="2760"/>
                </a:cubicBezTo>
                <a:cubicBezTo>
                  <a:pt x="124494" y="3241"/>
                  <a:pt x="120622" y="3687"/>
                  <a:pt x="116724" y="3955"/>
                </a:cubicBezTo>
                <a:cubicBezTo>
                  <a:pt x="112352" y="4249"/>
                  <a:pt x="107963" y="4392"/>
                  <a:pt x="103574" y="4455"/>
                </a:cubicBezTo>
                <a:cubicBezTo>
                  <a:pt x="102411" y="4470"/>
                  <a:pt x="101247" y="4477"/>
                  <a:pt x="100083" y="4477"/>
                </a:cubicBezTo>
                <a:cubicBezTo>
                  <a:pt x="94536" y="4477"/>
                  <a:pt x="88984" y="4315"/>
                  <a:pt x="83439" y="4116"/>
                </a:cubicBezTo>
                <a:cubicBezTo>
                  <a:pt x="81137" y="4026"/>
                  <a:pt x="78845" y="3910"/>
                  <a:pt x="76552" y="3777"/>
                </a:cubicBezTo>
                <a:cubicBezTo>
                  <a:pt x="73394" y="3598"/>
                  <a:pt x="70254" y="3384"/>
                  <a:pt x="67105" y="3179"/>
                </a:cubicBezTo>
                <a:cubicBezTo>
                  <a:pt x="65445" y="3063"/>
                  <a:pt x="63795" y="2938"/>
                  <a:pt x="62145" y="2804"/>
                </a:cubicBezTo>
                <a:cubicBezTo>
                  <a:pt x="59825" y="2617"/>
                  <a:pt x="57506" y="2421"/>
                  <a:pt x="55186" y="2224"/>
                </a:cubicBezTo>
                <a:cubicBezTo>
                  <a:pt x="53161" y="2046"/>
                  <a:pt x="51136" y="1867"/>
                  <a:pt x="49120" y="1680"/>
                </a:cubicBezTo>
                <a:cubicBezTo>
                  <a:pt x="46586" y="1439"/>
                  <a:pt x="44062" y="1189"/>
                  <a:pt x="41537" y="940"/>
                </a:cubicBezTo>
                <a:cubicBezTo>
                  <a:pt x="39619" y="752"/>
                  <a:pt x="37710" y="547"/>
                  <a:pt x="35792" y="378"/>
                </a:cubicBezTo>
                <a:cubicBezTo>
                  <a:pt x="34078" y="217"/>
                  <a:pt x="32364" y="1"/>
                  <a:pt x="306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90" name="Google Shape;790;p21"/>
          <p:cNvGrpSpPr/>
          <p:nvPr/>
        </p:nvGrpSpPr>
        <p:grpSpPr>
          <a:xfrm>
            <a:off x="11609067" y="3359467"/>
            <a:ext cx="253600" cy="2767533"/>
            <a:chOff x="8706800" y="2601425"/>
            <a:chExt cx="190200" cy="2075650"/>
          </a:xfrm>
        </p:grpSpPr>
        <p:sp>
          <p:nvSpPr>
            <p:cNvPr id="791" name="Google Shape;791;p21"/>
            <p:cNvSpPr/>
            <p:nvPr/>
          </p:nvSpPr>
          <p:spPr>
            <a:xfrm>
              <a:off x="8706800" y="26014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8706800" y="287077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8706800" y="3140125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8706800" y="36788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8706800" y="42175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8706800" y="4486875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97" name="Google Shape;797;p21"/>
          <p:cNvGrpSpPr/>
          <p:nvPr/>
        </p:nvGrpSpPr>
        <p:grpSpPr>
          <a:xfrm rot="5400000">
            <a:off x="11061291" y="1284203"/>
            <a:ext cx="881191" cy="521363"/>
            <a:chOff x="844658" y="3526000"/>
            <a:chExt cx="876515" cy="518597"/>
          </a:xfrm>
        </p:grpSpPr>
        <p:grpSp>
          <p:nvGrpSpPr>
            <p:cNvPr id="798" name="Google Shape;798;p21"/>
            <p:cNvGrpSpPr/>
            <p:nvPr/>
          </p:nvGrpSpPr>
          <p:grpSpPr>
            <a:xfrm>
              <a:off x="844658" y="3526000"/>
              <a:ext cx="518965" cy="518597"/>
              <a:chOff x="3285550" y="1349075"/>
              <a:chExt cx="496475" cy="496075"/>
            </a:xfrm>
          </p:grpSpPr>
          <p:sp>
            <p:nvSpPr>
              <p:cNvPr id="799" name="Google Shape;799;p21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0" name="Google Shape;800;p21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21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21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21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21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21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21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21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21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9" name="Google Shape;809;p21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0" name="Google Shape;810;p21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1" name="Google Shape;811;p21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2" name="Google Shape;812;p21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3" name="Google Shape;813;p21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4" name="Google Shape;814;p21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15" name="Google Shape;815;p21"/>
            <p:cNvGrpSpPr/>
            <p:nvPr/>
          </p:nvGrpSpPr>
          <p:grpSpPr>
            <a:xfrm>
              <a:off x="1202208" y="3526000"/>
              <a:ext cx="518965" cy="518597"/>
              <a:chOff x="3285550" y="1349075"/>
              <a:chExt cx="496475" cy="496075"/>
            </a:xfrm>
          </p:grpSpPr>
          <p:sp>
            <p:nvSpPr>
              <p:cNvPr id="816" name="Google Shape;816;p21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7" name="Google Shape;817;p21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8" name="Google Shape;818;p21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9" name="Google Shape;819;p21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0" name="Google Shape;820;p21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1" name="Google Shape;821;p21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2" name="Google Shape;822;p21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3" name="Google Shape;823;p21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4" name="Google Shape;824;p21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5" name="Google Shape;825;p21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6" name="Google Shape;826;p21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7" name="Google Shape;827;p21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8" name="Google Shape;828;p21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9" name="Google Shape;829;p21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0" name="Google Shape;830;p21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1" name="Google Shape;831;p21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832" name="Google Shape;832;p21"/>
          <p:cNvSpPr/>
          <p:nvPr/>
        </p:nvSpPr>
        <p:spPr>
          <a:xfrm>
            <a:off x="313433" y="2147633"/>
            <a:ext cx="287200" cy="28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3" name="Google Shape;833;p21"/>
          <p:cNvSpPr/>
          <p:nvPr/>
        </p:nvSpPr>
        <p:spPr>
          <a:xfrm>
            <a:off x="9905367" y="465953"/>
            <a:ext cx="253600" cy="25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p21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10272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21"/>
          <p:cNvSpPr txBox="1">
            <a:spLocks noGrp="1"/>
          </p:cNvSpPr>
          <p:nvPr>
            <p:ph type="title" idx="2"/>
          </p:nvPr>
        </p:nvSpPr>
        <p:spPr>
          <a:xfrm>
            <a:off x="1468233" y="2558067"/>
            <a:ext cx="2648000" cy="51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836" name="Google Shape;836;p21"/>
          <p:cNvSpPr txBox="1">
            <a:spLocks noGrp="1"/>
          </p:cNvSpPr>
          <p:nvPr>
            <p:ph type="subTitle" idx="1"/>
          </p:nvPr>
        </p:nvSpPr>
        <p:spPr>
          <a:xfrm>
            <a:off x="1468233" y="3072733"/>
            <a:ext cx="26480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21"/>
          <p:cNvSpPr txBox="1">
            <a:spLocks noGrp="1"/>
          </p:cNvSpPr>
          <p:nvPr>
            <p:ph type="title" idx="3"/>
          </p:nvPr>
        </p:nvSpPr>
        <p:spPr>
          <a:xfrm>
            <a:off x="4771929" y="2558067"/>
            <a:ext cx="2648000" cy="51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838" name="Google Shape;838;p21"/>
          <p:cNvSpPr txBox="1">
            <a:spLocks noGrp="1"/>
          </p:cNvSpPr>
          <p:nvPr>
            <p:ph type="subTitle" idx="4"/>
          </p:nvPr>
        </p:nvSpPr>
        <p:spPr>
          <a:xfrm>
            <a:off x="4772000" y="3072733"/>
            <a:ext cx="26480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21"/>
          <p:cNvSpPr txBox="1">
            <a:spLocks noGrp="1"/>
          </p:cNvSpPr>
          <p:nvPr>
            <p:ph type="title" idx="5"/>
          </p:nvPr>
        </p:nvSpPr>
        <p:spPr>
          <a:xfrm>
            <a:off x="1468233" y="4977600"/>
            <a:ext cx="2648000" cy="51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840" name="Google Shape;840;p21"/>
          <p:cNvSpPr txBox="1">
            <a:spLocks noGrp="1"/>
          </p:cNvSpPr>
          <p:nvPr>
            <p:ph type="subTitle" idx="6"/>
          </p:nvPr>
        </p:nvSpPr>
        <p:spPr>
          <a:xfrm>
            <a:off x="1468233" y="5492400"/>
            <a:ext cx="2648000" cy="64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21"/>
          <p:cNvSpPr txBox="1">
            <a:spLocks noGrp="1"/>
          </p:cNvSpPr>
          <p:nvPr>
            <p:ph type="title" idx="7"/>
          </p:nvPr>
        </p:nvSpPr>
        <p:spPr>
          <a:xfrm>
            <a:off x="4771929" y="4977600"/>
            <a:ext cx="2648000" cy="51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842" name="Google Shape;842;p21"/>
          <p:cNvSpPr txBox="1">
            <a:spLocks noGrp="1"/>
          </p:cNvSpPr>
          <p:nvPr>
            <p:ph type="subTitle" idx="8"/>
          </p:nvPr>
        </p:nvSpPr>
        <p:spPr>
          <a:xfrm>
            <a:off x="4771931" y="5492400"/>
            <a:ext cx="2648000" cy="64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1"/>
          <p:cNvSpPr txBox="1">
            <a:spLocks noGrp="1"/>
          </p:cNvSpPr>
          <p:nvPr>
            <p:ph type="title" idx="9"/>
          </p:nvPr>
        </p:nvSpPr>
        <p:spPr>
          <a:xfrm>
            <a:off x="8075633" y="2558067"/>
            <a:ext cx="2648000" cy="51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844" name="Google Shape;844;p21"/>
          <p:cNvSpPr txBox="1">
            <a:spLocks noGrp="1"/>
          </p:cNvSpPr>
          <p:nvPr>
            <p:ph type="subTitle" idx="13"/>
          </p:nvPr>
        </p:nvSpPr>
        <p:spPr>
          <a:xfrm>
            <a:off x="8075633" y="3072733"/>
            <a:ext cx="26480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21"/>
          <p:cNvSpPr txBox="1">
            <a:spLocks noGrp="1"/>
          </p:cNvSpPr>
          <p:nvPr>
            <p:ph type="title" idx="14"/>
          </p:nvPr>
        </p:nvSpPr>
        <p:spPr>
          <a:xfrm>
            <a:off x="8075633" y="4977600"/>
            <a:ext cx="2648000" cy="51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846" name="Google Shape;846;p21"/>
          <p:cNvSpPr txBox="1">
            <a:spLocks noGrp="1"/>
          </p:cNvSpPr>
          <p:nvPr>
            <p:ph type="subTitle" idx="15"/>
          </p:nvPr>
        </p:nvSpPr>
        <p:spPr>
          <a:xfrm>
            <a:off x="8075636" y="5492400"/>
            <a:ext cx="2648000" cy="64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847" name="Google Shape;847;p21"/>
          <p:cNvGrpSpPr/>
          <p:nvPr/>
        </p:nvGrpSpPr>
        <p:grpSpPr>
          <a:xfrm>
            <a:off x="206551" y="181975"/>
            <a:ext cx="1488500" cy="1074459"/>
            <a:chOff x="1190300" y="3984881"/>
            <a:chExt cx="1116375" cy="805844"/>
          </a:xfrm>
        </p:grpSpPr>
        <p:sp>
          <p:nvSpPr>
            <p:cNvPr id="848" name="Google Shape;848;p21"/>
            <p:cNvSpPr/>
            <p:nvPr/>
          </p:nvSpPr>
          <p:spPr>
            <a:xfrm rot="5400000">
              <a:off x="1927099" y="4414228"/>
              <a:ext cx="150900" cy="231600"/>
            </a:xfrm>
            <a:prstGeom prst="chevron">
              <a:avLst>
                <a:gd name="adj" fmla="val 65456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21"/>
            <p:cNvSpPr/>
            <p:nvPr/>
          </p:nvSpPr>
          <p:spPr>
            <a:xfrm rot="5400000">
              <a:off x="1927099" y="4208292"/>
              <a:ext cx="150900" cy="231600"/>
            </a:xfrm>
            <a:prstGeom prst="chevron">
              <a:avLst>
                <a:gd name="adj" fmla="val 65456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21"/>
            <p:cNvSpPr/>
            <p:nvPr/>
          </p:nvSpPr>
          <p:spPr>
            <a:xfrm rot="5400000">
              <a:off x="1544799" y="3944531"/>
              <a:ext cx="150900" cy="231600"/>
            </a:xfrm>
            <a:prstGeom prst="chevron">
              <a:avLst>
                <a:gd name="adj" fmla="val 6545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1190300" y="4057450"/>
              <a:ext cx="69600" cy="6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1585450" y="4721125"/>
              <a:ext cx="69600" cy="696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2237075" y="4248650"/>
              <a:ext cx="69600" cy="696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2237075" y="4495225"/>
              <a:ext cx="69600" cy="69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92168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2"/>
          <p:cNvSpPr/>
          <p:nvPr/>
        </p:nvSpPr>
        <p:spPr>
          <a:xfrm flipH="1">
            <a:off x="5409051" y="575370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857" name="Google Shape;857;p22"/>
          <p:cNvSpPr/>
          <p:nvPr/>
        </p:nvSpPr>
        <p:spPr>
          <a:xfrm rot="10800000" flipH="1">
            <a:off x="-16" y="6434756"/>
            <a:ext cx="2370007" cy="423249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858" name="Google Shape;858;p22"/>
          <p:cNvSpPr/>
          <p:nvPr/>
        </p:nvSpPr>
        <p:spPr>
          <a:xfrm rot="10800000">
            <a:off x="5409067" y="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859" name="Google Shape;859;p22"/>
          <p:cNvGrpSpPr/>
          <p:nvPr/>
        </p:nvGrpSpPr>
        <p:grpSpPr>
          <a:xfrm>
            <a:off x="2852067" y="6138800"/>
            <a:ext cx="3243924" cy="431173"/>
            <a:chOff x="1243275" y="57550"/>
            <a:chExt cx="2432943" cy="323380"/>
          </a:xfrm>
        </p:grpSpPr>
        <p:sp>
          <p:nvSpPr>
            <p:cNvPr id="860" name="Google Shape;860;p22"/>
            <p:cNvSpPr/>
            <p:nvPr/>
          </p:nvSpPr>
          <p:spPr>
            <a:xfrm>
              <a:off x="1243275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1469409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1469409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1469409" y="5755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1243275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169554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1695543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1921677" y="5755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1921677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22"/>
            <p:cNvSpPr/>
            <p:nvPr/>
          </p:nvSpPr>
          <p:spPr>
            <a:xfrm>
              <a:off x="1921668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22"/>
            <p:cNvSpPr/>
            <p:nvPr/>
          </p:nvSpPr>
          <p:spPr>
            <a:xfrm>
              <a:off x="21478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22"/>
            <p:cNvSpPr/>
            <p:nvPr/>
          </p:nvSpPr>
          <p:spPr>
            <a:xfrm>
              <a:off x="21477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22"/>
            <p:cNvSpPr/>
            <p:nvPr/>
          </p:nvSpPr>
          <p:spPr>
            <a:xfrm>
              <a:off x="237045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22"/>
            <p:cNvSpPr/>
            <p:nvPr/>
          </p:nvSpPr>
          <p:spPr>
            <a:xfrm>
              <a:off x="237044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22"/>
            <p:cNvSpPr/>
            <p:nvPr/>
          </p:nvSpPr>
          <p:spPr>
            <a:xfrm>
              <a:off x="25604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5" name="Google Shape;875;p22"/>
            <p:cNvSpPr/>
            <p:nvPr/>
          </p:nvSpPr>
          <p:spPr>
            <a:xfrm>
              <a:off x="25604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27667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22"/>
            <p:cNvSpPr/>
            <p:nvPr/>
          </p:nvSpPr>
          <p:spPr>
            <a:xfrm>
              <a:off x="2766702" y="1901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22"/>
            <p:cNvSpPr/>
            <p:nvPr/>
          </p:nvSpPr>
          <p:spPr>
            <a:xfrm>
              <a:off x="297300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22"/>
            <p:cNvSpPr/>
            <p:nvPr/>
          </p:nvSpPr>
          <p:spPr>
            <a:xfrm>
              <a:off x="297299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22"/>
            <p:cNvSpPr/>
            <p:nvPr/>
          </p:nvSpPr>
          <p:spPr>
            <a:xfrm>
              <a:off x="3199127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22"/>
            <p:cNvSpPr/>
            <p:nvPr/>
          </p:nvSpPr>
          <p:spPr>
            <a:xfrm>
              <a:off x="33856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22"/>
            <p:cNvSpPr/>
            <p:nvPr/>
          </p:nvSpPr>
          <p:spPr>
            <a:xfrm>
              <a:off x="33855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3" name="Google Shape;883;p22"/>
            <p:cNvSpPr/>
            <p:nvPr/>
          </p:nvSpPr>
          <p:spPr>
            <a:xfrm>
              <a:off x="3618018" y="19014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884" name="Google Shape;884;p22"/>
          <p:cNvCxnSpPr/>
          <p:nvPr/>
        </p:nvCxnSpPr>
        <p:spPr>
          <a:xfrm rot="10800000">
            <a:off x="1639312" y="501372"/>
            <a:ext cx="2493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885" name="Google Shape;885;p22"/>
          <p:cNvCxnSpPr/>
          <p:nvPr/>
        </p:nvCxnSpPr>
        <p:spPr>
          <a:xfrm rot="10800000">
            <a:off x="950812" y="594905"/>
            <a:ext cx="2934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6" name="Google Shape;886;p22"/>
          <p:cNvSpPr/>
          <p:nvPr/>
        </p:nvSpPr>
        <p:spPr>
          <a:xfrm>
            <a:off x="4037221" y="181384"/>
            <a:ext cx="640000" cy="6400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7" name="Google Shape;887;p22"/>
          <p:cNvSpPr/>
          <p:nvPr/>
        </p:nvSpPr>
        <p:spPr>
          <a:xfrm>
            <a:off x="8837997" y="491000"/>
            <a:ext cx="457200" cy="456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8" name="Google Shape;888;p22"/>
          <p:cNvSpPr/>
          <p:nvPr/>
        </p:nvSpPr>
        <p:spPr>
          <a:xfrm>
            <a:off x="250432" y="5400067"/>
            <a:ext cx="294000" cy="293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9" name="Google Shape;889;p22"/>
          <p:cNvSpPr txBox="1">
            <a:spLocks noGrp="1"/>
          </p:cNvSpPr>
          <p:nvPr>
            <p:ph type="title" hasCustomPrompt="1"/>
          </p:nvPr>
        </p:nvSpPr>
        <p:spPr>
          <a:xfrm>
            <a:off x="3010400" y="1468833"/>
            <a:ext cx="6171200" cy="102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890" name="Google Shape;890;p22"/>
          <p:cNvSpPr txBox="1">
            <a:spLocks noGrp="1"/>
          </p:cNvSpPr>
          <p:nvPr>
            <p:ph type="subTitle" idx="1"/>
          </p:nvPr>
        </p:nvSpPr>
        <p:spPr>
          <a:xfrm>
            <a:off x="3010400" y="2494035"/>
            <a:ext cx="6171200" cy="7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91" name="Google Shape;891;p22"/>
          <p:cNvSpPr txBox="1">
            <a:spLocks noGrp="1"/>
          </p:cNvSpPr>
          <p:nvPr>
            <p:ph type="title" idx="2" hasCustomPrompt="1"/>
          </p:nvPr>
        </p:nvSpPr>
        <p:spPr>
          <a:xfrm>
            <a:off x="3010400" y="3774103"/>
            <a:ext cx="6171200" cy="102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892" name="Google Shape;892;p22"/>
          <p:cNvSpPr txBox="1">
            <a:spLocks noGrp="1"/>
          </p:cNvSpPr>
          <p:nvPr>
            <p:ph type="subTitle" idx="3"/>
          </p:nvPr>
        </p:nvSpPr>
        <p:spPr>
          <a:xfrm>
            <a:off x="3010400" y="4799299"/>
            <a:ext cx="6171200" cy="7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893" name="Google Shape;893;p22"/>
          <p:cNvGrpSpPr/>
          <p:nvPr/>
        </p:nvGrpSpPr>
        <p:grpSpPr>
          <a:xfrm>
            <a:off x="630809" y="1854487"/>
            <a:ext cx="639989" cy="639540"/>
            <a:chOff x="3285550" y="1349075"/>
            <a:chExt cx="496475" cy="496075"/>
          </a:xfrm>
        </p:grpSpPr>
        <p:sp>
          <p:nvSpPr>
            <p:cNvPr id="894" name="Google Shape;894;p22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22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22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22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22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22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22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22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22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22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22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22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22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7" name="Google Shape;907;p22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8" name="Google Shape;908;p22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9" name="Google Shape;909;p22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03586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3"/>
          <p:cNvSpPr txBox="1"/>
          <p:nvPr/>
        </p:nvSpPr>
        <p:spPr>
          <a:xfrm>
            <a:off x="960000" y="4705600"/>
            <a:ext cx="40000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12" name="Google Shape;912;p23"/>
          <p:cNvSpPr/>
          <p:nvPr/>
        </p:nvSpPr>
        <p:spPr>
          <a:xfrm flipH="1">
            <a:off x="5409292" y="5753706"/>
            <a:ext cx="6782707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913" name="Google Shape;913;p23"/>
          <p:cNvSpPr/>
          <p:nvPr/>
        </p:nvSpPr>
        <p:spPr>
          <a:xfrm flipH="1">
            <a:off x="1644210" y="1"/>
            <a:ext cx="6583791" cy="431276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914" name="Google Shape;914;p23"/>
          <p:cNvSpPr/>
          <p:nvPr/>
        </p:nvSpPr>
        <p:spPr>
          <a:xfrm flipH="1">
            <a:off x="10141546" y="0"/>
            <a:ext cx="2050453" cy="366181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915" name="Google Shape;915;p23"/>
          <p:cNvSpPr/>
          <p:nvPr/>
        </p:nvSpPr>
        <p:spPr>
          <a:xfrm flipH="1">
            <a:off x="11559381" y="4310200"/>
            <a:ext cx="308800" cy="308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16" name="Google Shape;916;p23"/>
          <p:cNvGrpSpPr/>
          <p:nvPr/>
        </p:nvGrpSpPr>
        <p:grpSpPr>
          <a:xfrm flipH="1">
            <a:off x="7899975" y="183700"/>
            <a:ext cx="3243924" cy="431173"/>
            <a:chOff x="1243275" y="57550"/>
            <a:chExt cx="2432943" cy="323380"/>
          </a:xfrm>
        </p:grpSpPr>
        <p:sp>
          <p:nvSpPr>
            <p:cNvPr id="917" name="Google Shape;917;p23"/>
            <p:cNvSpPr/>
            <p:nvPr/>
          </p:nvSpPr>
          <p:spPr>
            <a:xfrm>
              <a:off x="1243275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8" name="Google Shape;918;p23"/>
            <p:cNvSpPr/>
            <p:nvPr/>
          </p:nvSpPr>
          <p:spPr>
            <a:xfrm>
              <a:off x="1469409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9" name="Google Shape;919;p23"/>
            <p:cNvSpPr/>
            <p:nvPr/>
          </p:nvSpPr>
          <p:spPr>
            <a:xfrm>
              <a:off x="1469409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0" name="Google Shape;920;p23"/>
            <p:cNvSpPr/>
            <p:nvPr/>
          </p:nvSpPr>
          <p:spPr>
            <a:xfrm>
              <a:off x="1469409" y="5755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1" name="Google Shape;921;p23"/>
            <p:cNvSpPr/>
            <p:nvPr/>
          </p:nvSpPr>
          <p:spPr>
            <a:xfrm>
              <a:off x="1243275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2" name="Google Shape;922;p23"/>
            <p:cNvSpPr/>
            <p:nvPr/>
          </p:nvSpPr>
          <p:spPr>
            <a:xfrm>
              <a:off x="169554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3" name="Google Shape;923;p23"/>
            <p:cNvSpPr/>
            <p:nvPr/>
          </p:nvSpPr>
          <p:spPr>
            <a:xfrm>
              <a:off x="1695543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4" name="Google Shape;924;p23"/>
            <p:cNvSpPr/>
            <p:nvPr/>
          </p:nvSpPr>
          <p:spPr>
            <a:xfrm>
              <a:off x="1921677" y="5755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5" name="Google Shape;925;p23"/>
            <p:cNvSpPr/>
            <p:nvPr/>
          </p:nvSpPr>
          <p:spPr>
            <a:xfrm>
              <a:off x="1921677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6" name="Google Shape;926;p23"/>
            <p:cNvSpPr/>
            <p:nvPr/>
          </p:nvSpPr>
          <p:spPr>
            <a:xfrm>
              <a:off x="1921668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7" name="Google Shape;927;p23"/>
            <p:cNvSpPr/>
            <p:nvPr/>
          </p:nvSpPr>
          <p:spPr>
            <a:xfrm>
              <a:off x="21478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8" name="Google Shape;928;p23"/>
            <p:cNvSpPr/>
            <p:nvPr/>
          </p:nvSpPr>
          <p:spPr>
            <a:xfrm>
              <a:off x="21477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9" name="Google Shape;929;p23"/>
            <p:cNvSpPr/>
            <p:nvPr/>
          </p:nvSpPr>
          <p:spPr>
            <a:xfrm>
              <a:off x="237045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0" name="Google Shape;930;p23"/>
            <p:cNvSpPr/>
            <p:nvPr/>
          </p:nvSpPr>
          <p:spPr>
            <a:xfrm>
              <a:off x="237044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1" name="Google Shape;931;p23"/>
            <p:cNvSpPr/>
            <p:nvPr/>
          </p:nvSpPr>
          <p:spPr>
            <a:xfrm>
              <a:off x="25604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25604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23"/>
            <p:cNvSpPr/>
            <p:nvPr/>
          </p:nvSpPr>
          <p:spPr>
            <a:xfrm>
              <a:off x="2766702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4" name="Google Shape;934;p23"/>
            <p:cNvSpPr/>
            <p:nvPr/>
          </p:nvSpPr>
          <p:spPr>
            <a:xfrm>
              <a:off x="2766702" y="1901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5" name="Google Shape;935;p23"/>
            <p:cNvSpPr/>
            <p:nvPr/>
          </p:nvSpPr>
          <p:spPr>
            <a:xfrm>
              <a:off x="2973002" y="32273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6" name="Google Shape;936;p23"/>
            <p:cNvSpPr/>
            <p:nvPr/>
          </p:nvSpPr>
          <p:spPr>
            <a:xfrm>
              <a:off x="2972993" y="190140"/>
              <a:ext cx="58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7" name="Google Shape;937;p23"/>
            <p:cNvSpPr/>
            <p:nvPr/>
          </p:nvSpPr>
          <p:spPr>
            <a:xfrm>
              <a:off x="3199127" y="5755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8" name="Google Shape;938;p23"/>
            <p:cNvSpPr/>
            <p:nvPr/>
          </p:nvSpPr>
          <p:spPr>
            <a:xfrm>
              <a:off x="3385602" y="32273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9" name="Google Shape;939;p23"/>
            <p:cNvSpPr/>
            <p:nvPr/>
          </p:nvSpPr>
          <p:spPr>
            <a:xfrm>
              <a:off x="3385593" y="190140"/>
              <a:ext cx="58200" cy="582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0" name="Google Shape;940;p23"/>
            <p:cNvSpPr/>
            <p:nvPr/>
          </p:nvSpPr>
          <p:spPr>
            <a:xfrm>
              <a:off x="3618018" y="190140"/>
              <a:ext cx="58200" cy="5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1" name="Google Shape;941;p23"/>
          <p:cNvGrpSpPr/>
          <p:nvPr/>
        </p:nvGrpSpPr>
        <p:grpSpPr>
          <a:xfrm rot="5400000">
            <a:off x="10731886" y="3159945"/>
            <a:ext cx="1963783" cy="157427"/>
            <a:chOff x="360600" y="4817825"/>
            <a:chExt cx="2219800" cy="125700"/>
          </a:xfrm>
        </p:grpSpPr>
        <p:sp>
          <p:nvSpPr>
            <p:cNvPr id="942" name="Google Shape;942;p23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3" name="Google Shape;943;p23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4" name="Google Shape;944;p23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5" name="Google Shape;945;p23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23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23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23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23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23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23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52" name="Google Shape;952;p23"/>
          <p:cNvSpPr txBox="1">
            <a:spLocks noGrp="1"/>
          </p:cNvSpPr>
          <p:nvPr>
            <p:ph type="title"/>
          </p:nvPr>
        </p:nvSpPr>
        <p:spPr>
          <a:xfrm>
            <a:off x="960000" y="746867"/>
            <a:ext cx="3731600" cy="116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53" name="Google Shape;953;p23"/>
          <p:cNvSpPr txBox="1">
            <a:spLocks noGrp="1"/>
          </p:cNvSpPr>
          <p:nvPr>
            <p:ph type="subTitle" idx="1"/>
          </p:nvPr>
        </p:nvSpPr>
        <p:spPr>
          <a:xfrm>
            <a:off x="960000" y="3423367"/>
            <a:ext cx="3621200" cy="89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23"/>
          <p:cNvSpPr txBox="1">
            <a:spLocks noGrp="1"/>
          </p:cNvSpPr>
          <p:nvPr>
            <p:ph type="subTitle" idx="2"/>
          </p:nvPr>
        </p:nvSpPr>
        <p:spPr>
          <a:xfrm>
            <a:off x="960000" y="2776533"/>
            <a:ext cx="3621200" cy="5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511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4"/>
          <p:cNvSpPr/>
          <p:nvPr/>
        </p:nvSpPr>
        <p:spPr>
          <a:xfrm flipH="1">
            <a:off x="3433868" y="5753701"/>
            <a:ext cx="8758129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957" name="Google Shape;957;p24"/>
          <p:cNvSpPr/>
          <p:nvPr/>
        </p:nvSpPr>
        <p:spPr>
          <a:xfrm>
            <a:off x="9" y="412"/>
            <a:ext cx="5328137" cy="562403"/>
          </a:xfrm>
          <a:custGeom>
            <a:avLst/>
            <a:gdLst/>
            <a:ahLst/>
            <a:cxnLst/>
            <a:rect l="l" t="t" r="r" b="b"/>
            <a:pathLst>
              <a:path w="124771" h="13170" extrusionOk="0">
                <a:moveTo>
                  <a:pt x="1" y="1"/>
                </a:moveTo>
                <a:lnTo>
                  <a:pt x="1" y="13168"/>
                </a:lnTo>
                <a:cubicBezTo>
                  <a:pt x="43" y="13167"/>
                  <a:pt x="86" y="13166"/>
                  <a:pt x="129" y="13166"/>
                </a:cubicBezTo>
                <a:cubicBezTo>
                  <a:pt x="238" y="13166"/>
                  <a:pt x="347" y="13169"/>
                  <a:pt x="456" y="13169"/>
                </a:cubicBezTo>
                <a:cubicBezTo>
                  <a:pt x="572" y="13169"/>
                  <a:pt x="688" y="13166"/>
                  <a:pt x="803" y="13150"/>
                </a:cubicBezTo>
                <a:cubicBezTo>
                  <a:pt x="2632" y="12918"/>
                  <a:pt x="4461" y="12677"/>
                  <a:pt x="6290" y="12445"/>
                </a:cubicBezTo>
                <a:cubicBezTo>
                  <a:pt x="8538" y="12151"/>
                  <a:pt x="10795" y="11857"/>
                  <a:pt x="13043" y="11562"/>
                </a:cubicBezTo>
                <a:cubicBezTo>
                  <a:pt x="15327" y="11268"/>
                  <a:pt x="17602" y="10973"/>
                  <a:pt x="19886" y="10679"/>
                </a:cubicBezTo>
                <a:cubicBezTo>
                  <a:pt x="22589" y="10331"/>
                  <a:pt x="25292" y="9983"/>
                  <a:pt x="27995" y="9635"/>
                </a:cubicBezTo>
                <a:cubicBezTo>
                  <a:pt x="30323" y="9341"/>
                  <a:pt x="32661" y="9038"/>
                  <a:pt x="34998" y="8743"/>
                </a:cubicBezTo>
                <a:cubicBezTo>
                  <a:pt x="37353" y="8449"/>
                  <a:pt x="39717" y="8154"/>
                  <a:pt x="42072" y="7869"/>
                </a:cubicBezTo>
                <a:cubicBezTo>
                  <a:pt x="44517" y="7575"/>
                  <a:pt x="46961" y="7289"/>
                  <a:pt x="49405" y="7004"/>
                </a:cubicBezTo>
                <a:cubicBezTo>
                  <a:pt x="51975" y="6700"/>
                  <a:pt x="54553" y="6397"/>
                  <a:pt x="57131" y="6103"/>
                </a:cubicBezTo>
                <a:cubicBezTo>
                  <a:pt x="59281" y="5853"/>
                  <a:pt x="61431" y="5612"/>
                  <a:pt x="63581" y="5371"/>
                </a:cubicBezTo>
                <a:cubicBezTo>
                  <a:pt x="65784" y="5130"/>
                  <a:pt x="67997" y="4889"/>
                  <a:pt x="70200" y="4657"/>
                </a:cubicBezTo>
                <a:cubicBezTo>
                  <a:pt x="72511" y="4416"/>
                  <a:pt x="74830" y="4176"/>
                  <a:pt x="77141" y="3944"/>
                </a:cubicBezTo>
                <a:cubicBezTo>
                  <a:pt x="79585" y="3694"/>
                  <a:pt x="82039" y="3453"/>
                  <a:pt x="84483" y="3212"/>
                </a:cubicBezTo>
                <a:cubicBezTo>
                  <a:pt x="86454" y="3025"/>
                  <a:pt x="88426" y="2846"/>
                  <a:pt x="90398" y="2668"/>
                </a:cubicBezTo>
                <a:cubicBezTo>
                  <a:pt x="93110" y="2427"/>
                  <a:pt x="95822" y="2168"/>
                  <a:pt x="98542" y="1945"/>
                </a:cubicBezTo>
                <a:cubicBezTo>
                  <a:pt x="100862" y="1749"/>
                  <a:pt x="103181" y="1580"/>
                  <a:pt x="105501" y="1401"/>
                </a:cubicBezTo>
                <a:cubicBezTo>
                  <a:pt x="108811" y="1151"/>
                  <a:pt x="112111" y="893"/>
                  <a:pt x="115421" y="661"/>
                </a:cubicBezTo>
                <a:cubicBezTo>
                  <a:pt x="118356" y="464"/>
                  <a:pt x="121300" y="304"/>
                  <a:pt x="124235" y="134"/>
                </a:cubicBezTo>
                <a:cubicBezTo>
                  <a:pt x="124422" y="117"/>
                  <a:pt x="124610" y="117"/>
                  <a:pt x="1247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8" name="Google Shape;958;p24"/>
          <p:cNvSpPr/>
          <p:nvPr/>
        </p:nvSpPr>
        <p:spPr>
          <a:xfrm>
            <a:off x="296833" y="1068167"/>
            <a:ext cx="350800" cy="35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9" name="Google Shape;959;p24"/>
          <p:cNvSpPr/>
          <p:nvPr/>
        </p:nvSpPr>
        <p:spPr>
          <a:xfrm>
            <a:off x="11539700" y="3743167"/>
            <a:ext cx="467600" cy="46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60" name="Google Shape;960;p24"/>
          <p:cNvGrpSpPr/>
          <p:nvPr/>
        </p:nvGrpSpPr>
        <p:grpSpPr>
          <a:xfrm rot="5400000">
            <a:off x="-534414" y="4332179"/>
            <a:ext cx="1963783" cy="157427"/>
            <a:chOff x="360600" y="4817825"/>
            <a:chExt cx="2219800" cy="125700"/>
          </a:xfrm>
        </p:grpSpPr>
        <p:sp>
          <p:nvSpPr>
            <p:cNvPr id="961" name="Google Shape;961;p24"/>
            <p:cNvSpPr/>
            <p:nvPr/>
          </p:nvSpPr>
          <p:spPr>
            <a:xfrm rot="5400000">
              <a:off x="15944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24"/>
            <p:cNvSpPr/>
            <p:nvPr/>
          </p:nvSpPr>
          <p:spPr>
            <a:xfrm rot="5400000">
              <a:off x="18116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24"/>
            <p:cNvSpPr/>
            <p:nvPr/>
          </p:nvSpPr>
          <p:spPr>
            <a:xfrm rot="5400000">
              <a:off x="2028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24"/>
            <p:cNvSpPr/>
            <p:nvPr/>
          </p:nvSpPr>
          <p:spPr>
            <a:xfrm rot="5400000">
              <a:off x="2246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24"/>
            <p:cNvSpPr/>
            <p:nvPr/>
          </p:nvSpPr>
          <p:spPr>
            <a:xfrm rot="5400000">
              <a:off x="1377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24"/>
            <p:cNvSpPr/>
            <p:nvPr/>
          </p:nvSpPr>
          <p:spPr>
            <a:xfrm rot="5400000">
              <a:off x="1160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24"/>
            <p:cNvSpPr/>
            <p:nvPr/>
          </p:nvSpPr>
          <p:spPr>
            <a:xfrm rot="5400000">
              <a:off x="9428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24"/>
            <p:cNvSpPr/>
            <p:nvPr/>
          </p:nvSpPr>
          <p:spPr>
            <a:xfrm rot="5400000">
              <a:off x="725650" y="4826375"/>
              <a:ext cx="125700" cy="1086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24"/>
            <p:cNvSpPr/>
            <p:nvPr/>
          </p:nvSpPr>
          <p:spPr>
            <a:xfrm rot="5400000">
              <a:off x="3520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24"/>
            <p:cNvSpPr/>
            <p:nvPr/>
          </p:nvSpPr>
          <p:spPr>
            <a:xfrm rot="5400000">
              <a:off x="2463250" y="4826375"/>
              <a:ext cx="125700" cy="108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71" name="Google Shape;971;p24"/>
          <p:cNvGrpSpPr/>
          <p:nvPr/>
        </p:nvGrpSpPr>
        <p:grpSpPr>
          <a:xfrm>
            <a:off x="11090612" y="562817"/>
            <a:ext cx="691953" cy="691463"/>
            <a:chOff x="3285550" y="1349075"/>
            <a:chExt cx="496475" cy="496075"/>
          </a:xfrm>
        </p:grpSpPr>
        <p:sp>
          <p:nvSpPr>
            <p:cNvPr id="972" name="Google Shape;972;p24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88" name="Google Shape;988;p24"/>
          <p:cNvSpPr/>
          <p:nvPr/>
        </p:nvSpPr>
        <p:spPr>
          <a:xfrm>
            <a:off x="2120900" y="6408133"/>
            <a:ext cx="285600" cy="285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858963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25"/>
          <p:cNvSpPr/>
          <p:nvPr/>
        </p:nvSpPr>
        <p:spPr>
          <a:xfrm flipH="1">
            <a:off x="1644201" y="1"/>
            <a:ext cx="6583791" cy="431276"/>
          </a:xfrm>
          <a:custGeom>
            <a:avLst/>
            <a:gdLst/>
            <a:ahLst/>
            <a:cxnLst/>
            <a:rect l="l" t="t" r="r" b="b"/>
            <a:pathLst>
              <a:path w="154139" h="10097" extrusionOk="0">
                <a:moveTo>
                  <a:pt x="0" y="1"/>
                </a:moveTo>
                <a:cubicBezTo>
                  <a:pt x="125" y="117"/>
                  <a:pt x="286" y="134"/>
                  <a:pt x="437" y="170"/>
                </a:cubicBezTo>
                <a:cubicBezTo>
                  <a:pt x="6102" y="1392"/>
                  <a:pt x="11758" y="2641"/>
                  <a:pt x="17423" y="3846"/>
                </a:cubicBezTo>
                <a:cubicBezTo>
                  <a:pt x="22196" y="4863"/>
                  <a:pt x="26995" y="5817"/>
                  <a:pt x="31804" y="6647"/>
                </a:cubicBezTo>
                <a:cubicBezTo>
                  <a:pt x="34757" y="7155"/>
                  <a:pt x="37709" y="7628"/>
                  <a:pt x="40671" y="8038"/>
                </a:cubicBezTo>
                <a:cubicBezTo>
                  <a:pt x="43419" y="8431"/>
                  <a:pt x="46176" y="8761"/>
                  <a:pt x="48941" y="9046"/>
                </a:cubicBezTo>
                <a:cubicBezTo>
                  <a:pt x="52081" y="9377"/>
                  <a:pt x="55221" y="9635"/>
                  <a:pt x="58380" y="9787"/>
                </a:cubicBezTo>
                <a:cubicBezTo>
                  <a:pt x="60458" y="9894"/>
                  <a:pt x="62546" y="9947"/>
                  <a:pt x="64624" y="10028"/>
                </a:cubicBezTo>
                <a:cubicBezTo>
                  <a:pt x="65948" y="10075"/>
                  <a:pt x="67271" y="10096"/>
                  <a:pt x="68594" y="10096"/>
                </a:cubicBezTo>
                <a:cubicBezTo>
                  <a:pt x="72248" y="10096"/>
                  <a:pt x="75899" y="9936"/>
                  <a:pt x="79540" y="9733"/>
                </a:cubicBezTo>
                <a:cubicBezTo>
                  <a:pt x="82877" y="9555"/>
                  <a:pt x="86204" y="9234"/>
                  <a:pt x="89523" y="8850"/>
                </a:cubicBezTo>
                <a:cubicBezTo>
                  <a:pt x="92467" y="8502"/>
                  <a:pt x="95411" y="8092"/>
                  <a:pt x="98337" y="7619"/>
                </a:cubicBezTo>
                <a:cubicBezTo>
                  <a:pt x="101575" y="7111"/>
                  <a:pt x="104823" y="6593"/>
                  <a:pt x="108070" y="6094"/>
                </a:cubicBezTo>
                <a:cubicBezTo>
                  <a:pt x="111076" y="5630"/>
                  <a:pt x="114091" y="5175"/>
                  <a:pt x="117107" y="4729"/>
                </a:cubicBezTo>
                <a:cubicBezTo>
                  <a:pt x="119881" y="4318"/>
                  <a:pt x="122656" y="3926"/>
                  <a:pt x="125430" y="3542"/>
                </a:cubicBezTo>
                <a:cubicBezTo>
                  <a:pt x="128419" y="3132"/>
                  <a:pt x="131416" y="2748"/>
                  <a:pt x="134414" y="2356"/>
                </a:cubicBezTo>
                <a:cubicBezTo>
                  <a:pt x="137251" y="1999"/>
                  <a:pt x="140078" y="1633"/>
                  <a:pt x="142924" y="1303"/>
                </a:cubicBezTo>
                <a:cubicBezTo>
                  <a:pt x="146082" y="937"/>
                  <a:pt x="149249" y="634"/>
                  <a:pt x="152407" y="268"/>
                </a:cubicBezTo>
                <a:cubicBezTo>
                  <a:pt x="152978" y="197"/>
                  <a:pt x="153585" y="259"/>
                  <a:pt x="1541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991" name="Google Shape;991;p25"/>
          <p:cNvSpPr/>
          <p:nvPr/>
        </p:nvSpPr>
        <p:spPr>
          <a:xfrm flipH="1">
            <a:off x="10141535" y="0"/>
            <a:ext cx="2050453" cy="366181"/>
          </a:xfrm>
          <a:custGeom>
            <a:avLst/>
            <a:gdLst/>
            <a:ahLst/>
            <a:cxnLst/>
            <a:rect l="l" t="t" r="r" b="b"/>
            <a:pathLst>
              <a:path w="48005" h="8573" extrusionOk="0">
                <a:moveTo>
                  <a:pt x="1" y="1"/>
                </a:moveTo>
                <a:lnTo>
                  <a:pt x="1" y="7227"/>
                </a:lnTo>
                <a:cubicBezTo>
                  <a:pt x="1919" y="8047"/>
                  <a:pt x="3944" y="8377"/>
                  <a:pt x="6004" y="8484"/>
                </a:cubicBezTo>
                <a:cubicBezTo>
                  <a:pt x="7115" y="8544"/>
                  <a:pt x="8225" y="8573"/>
                  <a:pt x="9332" y="8573"/>
                </a:cubicBezTo>
                <a:cubicBezTo>
                  <a:pt x="13331" y="8573"/>
                  <a:pt x="17309" y="8207"/>
                  <a:pt x="21277" y="7655"/>
                </a:cubicBezTo>
                <a:cubicBezTo>
                  <a:pt x="25729" y="7039"/>
                  <a:pt x="30065" y="5897"/>
                  <a:pt x="34338" y="4532"/>
                </a:cubicBezTo>
                <a:cubicBezTo>
                  <a:pt x="38388" y="3248"/>
                  <a:pt x="42367" y="1794"/>
                  <a:pt x="46426" y="554"/>
                </a:cubicBezTo>
                <a:cubicBezTo>
                  <a:pt x="46961" y="384"/>
                  <a:pt x="47523" y="304"/>
                  <a:pt x="48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992" name="Google Shape;992;p25"/>
          <p:cNvSpPr/>
          <p:nvPr/>
        </p:nvSpPr>
        <p:spPr>
          <a:xfrm>
            <a:off x="1" y="5753701"/>
            <a:ext cx="8758129" cy="1104311"/>
          </a:xfrm>
          <a:custGeom>
            <a:avLst/>
            <a:gdLst/>
            <a:ahLst/>
            <a:cxnLst/>
            <a:rect l="l" t="t" r="r" b="b"/>
            <a:pathLst>
              <a:path w="158796" h="25854" extrusionOk="0">
                <a:moveTo>
                  <a:pt x="1" y="1"/>
                </a:moveTo>
                <a:lnTo>
                  <a:pt x="1" y="25854"/>
                </a:lnTo>
                <a:lnTo>
                  <a:pt x="158795" y="25854"/>
                </a:lnTo>
                <a:cubicBezTo>
                  <a:pt x="158617" y="25524"/>
                  <a:pt x="158260" y="25417"/>
                  <a:pt x="157974" y="25247"/>
                </a:cubicBezTo>
                <a:cubicBezTo>
                  <a:pt x="153407" y="22571"/>
                  <a:pt x="148563" y="20546"/>
                  <a:pt x="143478" y="19109"/>
                </a:cubicBezTo>
                <a:cubicBezTo>
                  <a:pt x="138372" y="17678"/>
                  <a:pt x="133211" y="16966"/>
                  <a:pt x="127994" y="16966"/>
                </a:cubicBezTo>
                <a:cubicBezTo>
                  <a:pt x="125699" y="16966"/>
                  <a:pt x="123394" y="17103"/>
                  <a:pt x="121077" y="17379"/>
                </a:cubicBezTo>
                <a:cubicBezTo>
                  <a:pt x="117607" y="17798"/>
                  <a:pt x="114119" y="18128"/>
                  <a:pt x="110630" y="18431"/>
                </a:cubicBezTo>
                <a:cubicBezTo>
                  <a:pt x="107303" y="18717"/>
                  <a:pt x="103966" y="18958"/>
                  <a:pt x="100630" y="19154"/>
                </a:cubicBezTo>
                <a:cubicBezTo>
                  <a:pt x="95554" y="19457"/>
                  <a:pt x="90478" y="19671"/>
                  <a:pt x="85402" y="19734"/>
                </a:cubicBezTo>
                <a:cubicBezTo>
                  <a:pt x="83989" y="19753"/>
                  <a:pt x="82576" y="19763"/>
                  <a:pt x="81163" y="19763"/>
                </a:cubicBezTo>
                <a:cubicBezTo>
                  <a:pt x="75969" y="19763"/>
                  <a:pt x="70778" y="19626"/>
                  <a:pt x="65588" y="19297"/>
                </a:cubicBezTo>
                <a:cubicBezTo>
                  <a:pt x="62091" y="19083"/>
                  <a:pt x="58603" y="18806"/>
                  <a:pt x="55124" y="18422"/>
                </a:cubicBezTo>
                <a:cubicBezTo>
                  <a:pt x="51163" y="17985"/>
                  <a:pt x="47229" y="17423"/>
                  <a:pt x="43303" y="16719"/>
                </a:cubicBezTo>
                <a:cubicBezTo>
                  <a:pt x="37442" y="15666"/>
                  <a:pt x="31652" y="14310"/>
                  <a:pt x="25970" y="12499"/>
                </a:cubicBezTo>
                <a:cubicBezTo>
                  <a:pt x="19716" y="10501"/>
                  <a:pt x="13685" y="7985"/>
                  <a:pt x="7967" y="4756"/>
                </a:cubicBezTo>
                <a:cubicBezTo>
                  <a:pt x="5657" y="3453"/>
                  <a:pt x="3426" y="2026"/>
                  <a:pt x="1196" y="607"/>
                </a:cubicBezTo>
                <a:cubicBezTo>
                  <a:pt x="821" y="366"/>
                  <a:pt x="491" y="18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grpSp>
        <p:nvGrpSpPr>
          <p:cNvPr id="993" name="Google Shape;993;p25"/>
          <p:cNvGrpSpPr/>
          <p:nvPr/>
        </p:nvGrpSpPr>
        <p:grpSpPr>
          <a:xfrm>
            <a:off x="858133" y="719200"/>
            <a:ext cx="92667" cy="2385600"/>
            <a:chOff x="643600" y="539400"/>
            <a:chExt cx="69500" cy="1789200"/>
          </a:xfrm>
        </p:grpSpPr>
        <p:cxnSp>
          <p:nvCxnSpPr>
            <p:cNvPr id="994" name="Google Shape;994;p25"/>
            <p:cNvCxnSpPr/>
            <p:nvPr/>
          </p:nvCxnSpPr>
          <p:spPr>
            <a:xfrm>
              <a:off x="713100" y="539400"/>
              <a:ext cx="0" cy="1789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5" name="Google Shape;995;p25"/>
            <p:cNvCxnSpPr/>
            <p:nvPr/>
          </p:nvCxnSpPr>
          <p:spPr>
            <a:xfrm>
              <a:off x="643600" y="539400"/>
              <a:ext cx="0" cy="1789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6" name="Google Shape;996;p25"/>
          <p:cNvGrpSpPr/>
          <p:nvPr/>
        </p:nvGrpSpPr>
        <p:grpSpPr>
          <a:xfrm>
            <a:off x="11609067" y="3359467"/>
            <a:ext cx="253600" cy="2767533"/>
            <a:chOff x="8706800" y="2601425"/>
            <a:chExt cx="190200" cy="2075650"/>
          </a:xfrm>
        </p:grpSpPr>
        <p:sp>
          <p:nvSpPr>
            <p:cNvPr id="997" name="Google Shape;997;p25"/>
            <p:cNvSpPr/>
            <p:nvPr/>
          </p:nvSpPr>
          <p:spPr>
            <a:xfrm>
              <a:off x="8706800" y="26014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25"/>
            <p:cNvSpPr/>
            <p:nvPr/>
          </p:nvSpPr>
          <p:spPr>
            <a:xfrm>
              <a:off x="8706800" y="287077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25"/>
            <p:cNvSpPr/>
            <p:nvPr/>
          </p:nvSpPr>
          <p:spPr>
            <a:xfrm>
              <a:off x="8706800" y="3140125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25"/>
            <p:cNvSpPr/>
            <p:nvPr/>
          </p:nvSpPr>
          <p:spPr>
            <a:xfrm>
              <a:off x="8706800" y="36788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25"/>
            <p:cNvSpPr/>
            <p:nvPr/>
          </p:nvSpPr>
          <p:spPr>
            <a:xfrm>
              <a:off x="8706800" y="4217525"/>
              <a:ext cx="190200" cy="1902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8706800" y="4486875"/>
              <a:ext cx="190200" cy="190200"/>
            </a:xfrm>
            <a:prstGeom prst="mathMultiply">
              <a:avLst>
                <a:gd name="adj1" fmla="val 2352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03" name="Google Shape;1003;p25"/>
          <p:cNvSpPr/>
          <p:nvPr/>
        </p:nvSpPr>
        <p:spPr>
          <a:xfrm>
            <a:off x="9989633" y="6345200"/>
            <a:ext cx="414400" cy="41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4" name="Google Shape;1004;p25"/>
          <p:cNvSpPr/>
          <p:nvPr/>
        </p:nvSpPr>
        <p:spPr>
          <a:xfrm>
            <a:off x="9073300" y="208000"/>
            <a:ext cx="284800" cy="28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05" name="Google Shape;1005;p25"/>
          <p:cNvGrpSpPr/>
          <p:nvPr/>
        </p:nvGrpSpPr>
        <p:grpSpPr>
          <a:xfrm>
            <a:off x="11090612" y="1149650"/>
            <a:ext cx="691953" cy="691463"/>
            <a:chOff x="3285550" y="1349075"/>
            <a:chExt cx="496475" cy="496075"/>
          </a:xfrm>
        </p:grpSpPr>
        <p:sp>
          <p:nvSpPr>
            <p:cNvPr id="1006" name="Google Shape;1006;p25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25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8" name="Google Shape;1008;p25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9" name="Google Shape;1009;p25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25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25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25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25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25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25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25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0" name="Google Shape;1020;p25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1" name="Google Shape;1021;p25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22" name="Google Shape;1022;p25"/>
          <p:cNvSpPr/>
          <p:nvPr/>
        </p:nvSpPr>
        <p:spPr>
          <a:xfrm>
            <a:off x="150233" y="3823733"/>
            <a:ext cx="284800" cy="28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8383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62FA3-E0B6-7948-0E82-90B6A0F67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D8D88-8E5D-ED51-D246-0E658FBFB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56736-A04D-40B9-06B0-4EF408922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92CDB-9AB9-4BC1-A691-BBB48570FB5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226B9-EBDC-656C-BFCD-0706FCF02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EE227-3580-C778-DEF1-E8C50B854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B2510-76AB-4DA3-AACD-2ECDF4C6B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3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800" y="1536633"/>
            <a:ext cx="102904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●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○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■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●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○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■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●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ssistant"/>
              <a:buChar char="○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Assistant"/>
              <a:buChar char="■"/>
              <a:defRPr sz="16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58571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031184-0BB7-BB70-5B47-AA302A2B8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EB784F-9B3C-C03E-E309-EED0F5302E5A}"/>
              </a:ext>
            </a:extLst>
          </p:cNvPr>
          <p:cNvSpPr txBox="1"/>
          <p:nvPr/>
        </p:nvSpPr>
        <p:spPr>
          <a:xfrm>
            <a:off x="678426" y="5211096"/>
            <a:ext cx="3441290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dirty="0"/>
              <a:t>DEPI graduation project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23A9E5-9380-6668-8F70-F01B5765025F}"/>
              </a:ext>
            </a:extLst>
          </p:cNvPr>
          <p:cNvSpPr txBox="1"/>
          <p:nvPr/>
        </p:nvSpPr>
        <p:spPr>
          <a:xfrm>
            <a:off x="752167" y="3180734"/>
            <a:ext cx="3898491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b="1" dirty="0"/>
              <a:t>Mobile App books </a:t>
            </a:r>
          </a:p>
        </p:txBody>
      </p:sp>
    </p:spTree>
    <p:extLst>
      <p:ext uri="{BB962C8B-B14F-4D97-AF65-F5344CB8AC3E}">
        <p14:creationId xmlns:p14="http://schemas.microsoft.com/office/powerpoint/2010/main" val="2016023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p30"/>
          <p:cNvPicPr preferRelativeResize="0"/>
          <p:nvPr/>
        </p:nvPicPr>
        <p:blipFill rotWithShape="1">
          <a:blip r:embed="rId3">
            <a:alphaModFix/>
          </a:blip>
          <a:srcRect l="35154" r="15857"/>
          <a:stretch/>
        </p:blipFill>
        <p:spPr>
          <a:xfrm>
            <a:off x="7773167" y="1784000"/>
            <a:ext cx="4418867" cy="5074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1" name="Google Shape;1111;p30"/>
          <p:cNvGrpSpPr/>
          <p:nvPr/>
        </p:nvGrpSpPr>
        <p:grpSpPr>
          <a:xfrm flipH="1">
            <a:off x="6470514" y="1327699"/>
            <a:ext cx="5600631" cy="5500799"/>
            <a:chOff x="1051700" y="2370725"/>
            <a:chExt cx="2838925" cy="1713075"/>
          </a:xfrm>
        </p:grpSpPr>
        <p:sp>
          <p:nvSpPr>
            <p:cNvPr id="1112" name="Google Shape;1112;p30"/>
            <p:cNvSpPr/>
            <p:nvPr/>
          </p:nvSpPr>
          <p:spPr>
            <a:xfrm>
              <a:off x="1061975" y="2443475"/>
              <a:ext cx="1530875" cy="309975"/>
            </a:xfrm>
            <a:custGeom>
              <a:avLst/>
              <a:gdLst/>
              <a:ahLst/>
              <a:cxnLst/>
              <a:rect l="l" t="t" r="r" b="b"/>
              <a:pathLst>
                <a:path w="61235" h="12399" extrusionOk="0">
                  <a:moveTo>
                    <a:pt x="18576" y="0"/>
                  </a:moveTo>
                  <a:cubicBezTo>
                    <a:pt x="16888" y="0"/>
                    <a:pt x="15201" y="104"/>
                    <a:pt x="13525" y="356"/>
                  </a:cubicBezTo>
                  <a:cubicBezTo>
                    <a:pt x="11187" y="695"/>
                    <a:pt x="8930" y="1310"/>
                    <a:pt x="6816" y="2407"/>
                  </a:cubicBezTo>
                  <a:cubicBezTo>
                    <a:pt x="3676" y="4040"/>
                    <a:pt x="1490" y="6529"/>
                    <a:pt x="268" y="9847"/>
                  </a:cubicBezTo>
                  <a:cubicBezTo>
                    <a:pt x="206" y="10017"/>
                    <a:pt x="0" y="10222"/>
                    <a:pt x="214" y="10436"/>
                  </a:cubicBezTo>
                  <a:cubicBezTo>
                    <a:pt x="2008" y="8581"/>
                    <a:pt x="4175" y="7332"/>
                    <a:pt x="6557" y="6413"/>
                  </a:cubicBezTo>
                  <a:cubicBezTo>
                    <a:pt x="10242" y="5003"/>
                    <a:pt x="14096" y="4450"/>
                    <a:pt x="18003" y="4254"/>
                  </a:cubicBezTo>
                  <a:cubicBezTo>
                    <a:pt x="19132" y="4199"/>
                    <a:pt x="20259" y="4173"/>
                    <a:pt x="21385" y="4173"/>
                  </a:cubicBezTo>
                  <a:cubicBezTo>
                    <a:pt x="26298" y="4173"/>
                    <a:pt x="31178" y="4669"/>
                    <a:pt x="36041" y="5432"/>
                  </a:cubicBezTo>
                  <a:cubicBezTo>
                    <a:pt x="40234" y="6092"/>
                    <a:pt x="44383" y="6966"/>
                    <a:pt x="48504" y="7992"/>
                  </a:cubicBezTo>
                  <a:cubicBezTo>
                    <a:pt x="52126" y="8893"/>
                    <a:pt x="55686" y="9972"/>
                    <a:pt x="59111" y="11480"/>
                  </a:cubicBezTo>
                  <a:cubicBezTo>
                    <a:pt x="59816" y="11783"/>
                    <a:pt x="60485" y="12185"/>
                    <a:pt x="61234" y="12399"/>
                  </a:cubicBezTo>
                  <a:cubicBezTo>
                    <a:pt x="61136" y="12185"/>
                    <a:pt x="60913" y="12122"/>
                    <a:pt x="60735" y="12015"/>
                  </a:cubicBezTo>
                  <a:cubicBezTo>
                    <a:pt x="59174" y="11132"/>
                    <a:pt x="57586" y="10320"/>
                    <a:pt x="55944" y="9607"/>
                  </a:cubicBezTo>
                  <a:cubicBezTo>
                    <a:pt x="47701" y="6029"/>
                    <a:pt x="39244" y="3094"/>
                    <a:pt x="30430" y="1310"/>
                  </a:cubicBezTo>
                  <a:cubicBezTo>
                    <a:pt x="27575" y="730"/>
                    <a:pt x="24694" y="311"/>
                    <a:pt x="21786" y="115"/>
                  </a:cubicBezTo>
                  <a:cubicBezTo>
                    <a:pt x="20716" y="42"/>
                    <a:pt x="19646" y="0"/>
                    <a:pt x="18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2285500" y="3860750"/>
              <a:ext cx="765225" cy="174000"/>
            </a:xfrm>
            <a:custGeom>
              <a:avLst/>
              <a:gdLst/>
              <a:ahLst/>
              <a:cxnLst/>
              <a:rect l="l" t="t" r="r" b="b"/>
              <a:pathLst>
                <a:path w="30609" h="6960" extrusionOk="0">
                  <a:moveTo>
                    <a:pt x="30439" y="1"/>
                  </a:moveTo>
                  <a:lnTo>
                    <a:pt x="30439" y="1"/>
                  </a:lnTo>
                  <a:cubicBezTo>
                    <a:pt x="29779" y="661"/>
                    <a:pt x="29038" y="1214"/>
                    <a:pt x="28235" y="1687"/>
                  </a:cubicBezTo>
                  <a:cubicBezTo>
                    <a:pt x="26728" y="2588"/>
                    <a:pt x="25086" y="3168"/>
                    <a:pt x="23391" y="3614"/>
                  </a:cubicBezTo>
                  <a:cubicBezTo>
                    <a:pt x="20296" y="4425"/>
                    <a:pt x="17129" y="4773"/>
                    <a:pt x="13944" y="5005"/>
                  </a:cubicBezTo>
                  <a:cubicBezTo>
                    <a:pt x="9519" y="5326"/>
                    <a:pt x="5076" y="5451"/>
                    <a:pt x="643" y="5576"/>
                  </a:cubicBezTo>
                  <a:cubicBezTo>
                    <a:pt x="446" y="5630"/>
                    <a:pt x="259" y="5683"/>
                    <a:pt x="0" y="5755"/>
                  </a:cubicBezTo>
                  <a:cubicBezTo>
                    <a:pt x="937" y="5862"/>
                    <a:pt x="1793" y="5969"/>
                    <a:pt x="2650" y="6058"/>
                  </a:cubicBezTo>
                  <a:cubicBezTo>
                    <a:pt x="5246" y="6308"/>
                    <a:pt x="7842" y="6584"/>
                    <a:pt x="10447" y="6754"/>
                  </a:cubicBezTo>
                  <a:cubicBezTo>
                    <a:pt x="12155" y="6872"/>
                    <a:pt x="13863" y="6960"/>
                    <a:pt x="15571" y="6960"/>
                  </a:cubicBezTo>
                  <a:cubicBezTo>
                    <a:pt x="17092" y="6960"/>
                    <a:pt x="18614" y="6890"/>
                    <a:pt x="20135" y="6709"/>
                  </a:cubicBezTo>
                  <a:cubicBezTo>
                    <a:pt x="21892" y="6504"/>
                    <a:pt x="23623" y="6138"/>
                    <a:pt x="25256" y="5425"/>
                  </a:cubicBezTo>
                  <a:cubicBezTo>
                    <a:pt x="27539" y="4434"/>
                    <a:pt x="29279" y="2873"/>
                    <a:pt x="30323" y="580"/>
                  </a:cubicBezTo>
                  <a:cubicBezTo>
                    <a:pt x="30403" y="402"/>
                    <a:pt x="30608" y="233"/>
                    <a:pt x="30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2592375" y="2753200"/>
              <a:ext cx="4675" cy="3375"/>
            </a:xfrm>
            <a:custGeom>
              <a:avLst/>
              <a:gdLst/>
              <a:ahLst/>
              <a:cxnLst/>
              <a:rect l="l" t="t" r="r" b="b"/>
              <a:pathLst>
                <a:path w="187" h="135" extrusionOk="0">
                  <a:moveTo>
                    <a:pt x="52" y="0"/>
                  </a:moveTo>
                  <a:cubicBezTo>
                    <a:pt x="35" y="0"/>
                    <a:pt x="18" y="1"/>
                    <a:pt x="1" y="1"/>
                  </a:cubicBezTo>
                  <a:cubicBezTo>
                    <a:pt x="1" y="99"/>
                    <a:pt x="81" y="108"/>
                    <a:pt x="143" y="135"/>
                  </a:cubicBezTo>
                  <a:cubicBezTo>
                    <a:pt x="187" y="12"/>
                    <a:pt x="125" y="0"/>
                    <a:pt x="52" y="0"/>
                  </a:cubicBezTo>
                  <a:close/>
                </a:path>
              </a:pathLst>
            </a:custGeom>
            <a:solidFill>
              <a:srgbClr val="6D332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1051700" y="2370725"/>
              <a:ext cx="2838925" cy="1713075"/>
            </a:xfrm>
            <a:custGeom>
              <a:avLst/>
              <a:gdLst/>
              <a:ahLst/>
              <a:cxnLst/>
              <a:rect l="l" t="t" r="r" b="b"/>
              <a:pathLst>
                <a:path w="113557" h="68523" extrusionOk="0">
                  <a:moveTo>
                    <a:pt x="1" y="0"/>
                  </a:moveTo>
                  <a:lnTo>
                    <a:pt x="1" y="13873"/>
                  </a:lnTo>
                  <a:cubicBezTo>
                    <a:pt x="269" y="13766"/>
                    <a:pt x="483" y="13596"/>
                    <a:pt x="625" y="13346"/>
                  </a:cubicBezTo>
                  <a:cubicBezTo>
                    <a:pt x="697" y="13079"/>
                    <a:pt x="813" y="12847"/>
                    <a:pt x="956" y="12650"/>
                  </a:cubicBezTo>
                  <a:cubicBezTo>
                    <a:pt x="1072" y="12410"/>
                    <a:pt x="1232" y="12178"/>
                    <a:pt x="1330" y="11937"/>
                  </a:cubicBezTo>
                  <a:cubicBezTo>
                    <a:pt x="1857" y="10625"/>
                    <a:pt x="2651" y="9466"/>
                    <a:pt x="3596" y="8422"/>
                  </a:cubicBezTo>
                  <a:cubicBezTo>
                    <a:pt x="5612" y="6209"/>
                    <a:pt x="8182" y="4934"/>
                    <a:pt x="11018" y="4175"/>
                  </a:cubicBezTo>
                  <a:cubicBezTo>
                    <a:pt x="13572" y="3487"/>
                    <a:pt x="16163" y="3204"/>
                    <a:pt x="18795" y="3204"/>
                  </a:cubicBezTo>
                  <a:cubicBezTo>
                    <a:pt x="19335" y="3204"/>
                    <a:pt x="19877" y="3216"/>
                    <a:pt x="20421" y="3239"/>
                  </a:cubicBezTo>
                  <a:cubicBezTo>
                    <a:pt x="22598" y="3328"/>
                    <a:pt x="24757" y="3506"/>
                    <a:pt x="26907" y="3819"/>
                  </a:cubicBezTo>
                  <a:cubicBezTo>
                    <a:pt x="32393" y="4639"/>
                    <a:pt x="37755" y="6031"/>
                    <a:pt x="43027" y="7744"/>
                  </a:cubicBezTo>
                  <a:cubicBezTo>
                    <a:pt x="46836" y="8984"/>
                    <a:pt x="50592" y="10393"/>
                    <a:pt x="54286" y="11946"/>
                  </a:cubicBezTo>
                  <a:cubicBezTo>
                    <a:pt x="55044" y="12258"/>
                    <a:pt x="55802" y="12570"/>
                    <a:pt x="56560" y="12900"/>
                  </a:cubicBezTo>
                  <a:cubicBezTo>
                    <a:pt x="58309" y="13578"/>
                    <a:pt x="59995" y="14417"/>
                    <a:pt x="61645" y="15309"/>
                  </a:cubicBezTo>
                  <a:lnTo>
                    <a:pt x="61628" y="15300"/>
                  </a:lnTo>
                  <a:lnTo>
                    <a:pt x="61628" y="15300"/>
                  </a:lnTo>
                  <a:cubicBezTo>
                    <a:pt x="61681" y="15336"/>
                    <a:pt x="61761" y="15345"/>
                    <a:pt x="61770" y="15434"/>
                  </a:cubicBezTo>
                  <a:cubicBezTo>
                    <a:pt x="62270" y="15808"/>
                    <a:pt x="62859" y="16031"/>
                    <a:pt x="63403" y="16326"/>
                  </a:cubicBezTo>
                  <a:cubicBezTo>
                    <a:pt x="69665" y="19707"/>
                    <a:pt x="74795" y="24283"/>
                    <a:pt x="78408" y="30466"/>
                  </a:cubicBezTo>
                  <a:cubicBezTo>
                    <a:pt x="80540" y="34105"/>
                    <a:pt x="81869" y="38040"/>
                    <a:pt x="82521" y="42215"/>
                  </a:cubicBezTo>
                  <a:cubicBezTo>
                    <a:pt x="82931" y="44918"/>
                    <a:pt x="82976" y="47621"/>
                    <a:pt x="82860" y="50333"/>
                  </a:cubicBezTo>
                  <a:cubicBezTo>
                    <a:pt x="82788" y="51822"/>
                    <a:pt x="82628" y="53303"/>
                    <a:pt x="82333" y="54758"/>
                  </a:cubicBezTo>
                  <a:cubicBezTo>
                    <a:pt x="81959" y="56613"/>
                    <a:pt x="81138" y="58246"/>
                    <a:pt x="79791" y="59602"/>
                  </a:cubicBezTo>
                  <a:cubicBezTo>
                    <a:pt x="79675" y="59878"/>
                    <a:pt x="79523" y="60119"/>
                    <a:pt x="79345" y="60333"/>
                  </a:cubicBezTo>
                  <a:cubicBezTo>
                    <a:pt x="78051" y="62697"/>
                    <a:pt x="76080" y="64249"/>
                    <a:pt x="73537" y="65133"/>
                  </a:cubicBezTo>
                  <a:cubicBezTo>
                    <a:pt x="71111" y="65962"/>
                    <a:pt x="68577" y="66194"/>
                    <a:pt x="66043" y="66283"/>
                  </a:cubicBezTo>
                  <a:cubicBezTo>
                    <a:pt x="65634" y="66297"/>
                    <a:pt x="65224" y="66304"/>
                    <a:pt x="64814" y="66304"/>
                  </a:cubicBezTo>
                  <a:cubicBezTo>
                    <a:pt x="62583" y="66304"/>
                    <a:pt x="60352" y="66116"/>
                    <a:pt x="58122" y="65936"/>
                  </a:cubicBezTo>
                  <a:cubicBezTo>
                    <a:pt x="56320" y="65793"/>
                    <a:pt x="54535" y="65588"/>
                    <a:pt x="52733" y="65427"/>
                  </a:cubicBezTo>
                  <a:cubicBezTo>
                    <a:pt x="52626" y="65418"/>
                    <a:pt x="52510" y="65418"/>
                    <a:pt x="52403" y="65409"/>
                  </a:cubicBezTo>
                  <a:cubicBezTo>
                    <a:pt x="52200" y="65423"/>
                    <a:pt x="51995" y="65430"/>
                    <a:pt x="51790" y="65430"/>
                  </a:cubicBezTo>
                  <a:cubicBezTo>
                    <a:pt x="51309" y="65430"/>
                    <a:pt x="50824" y="65388"/>
                    <a:pt x="50342" y="65275"/>
                  </a:cubicBezTo>
                  <a:cubicBezTo>
                    <a:pt x="50289" y="65266"/>
                    <a:pt x="50226" y="65266"/>
                    <a:pt x="50173" y="65258"/>
                  </a:cubicBezTo>
                  <a:cubicBezTo>
                    <a:pt x="50093" y="65249"/>
                    <a:pt x="50021" y="65222"/>
                    <a:pt x="49977" y="65168"/>
                  </a:cubicBezTo>
                  <a:cubicBezTo>
                    <a:pt x="49821" y="65136"/>
                    <a:pt x="49665" y="65123"/>
                    <a:pt x="49509" y="65123"/>
                  </a:cubicBezTo>
                  <a:cubicBezTo>
                    <a:pt x="49326" y="65123"/>
                    <a:pt x="49143" y="65140"/>
                    <a:pt x="48960" y="65159"/>
                  </a:cubicBezTo>
                  <a:cubicBezTo>
                    <a:pt x="47354" y="65338"/>
                    <a:pt x="45730" y="65329"/>
                    <a:pt x="44116" y="65427"/>
                  </a:cubicBezTo>
                  <a:cubicBezTo>
                    <a:pt x="42376" y="65525"/>
                    <a:pt x="40636" y="65668"/>
                    <a:pt x="38888" y="65766"/>
                  </a:cubicBezTo>
                  <a:cubicBezTo>
                    <a:pt x="37237" y="65864"/>
                    <a:pt x="35578" y="66034"/>
                    <a:pt x="33928" y="66212"/>
                  </a:cubicBezTo>
                  <a:cubicBezTo>
                    <a:pt x="31724" y="66444"/>
                    <a:pt x="29530" y="66747"/>
                    <a:pt x="27344" y="67131"/>
                  </a:cubicBezTo>
                  <a:cubicBezTo>
                    <a:pt x="25301" y="67488"/>
                    <a:pt x="23276" y="67898"/>
                    <a:pt x="21269" y="68398"/>
                  </a:cubicBezTo>
                  <a:cubicBezTo>
                    <a:pt x="21171" y="68424"/>
                    <a:pt x="21072" y="68478"/>
                    <a:pt x="20974" y="68523"/>
                  </a:cubicBezTo>
                  <a:lnTo>
                    <a:pt x="113557" y="68523"/>
                  </a:lnTo>
                  <a:lnTo>
                    <a:pt x="1135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 rot="9000030">
            <a:off x="8195393" y="1468204"/>
            <a:ext cx="630927" cy="1857936"/>
            <a:chOff x="6299050" y="981775"/>
            <a:chExt cx="582600" cy="1715625"/>
          </a:xfrm>
        </p:grpSpPr>
        <p:grpSp>
          <p:nvGrpSpPr>
            <p:cNvPr id="1117" name="Google Shape;1117;p30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118" name="Google Shape;1118;p30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30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30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1" name="Google Shape;1121;p30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22" name="Google Shape;1122;p30"/>
          <p:cNvSpPr/>
          <p:nvPr/>
        </p:nvSpPr>
        <p:spPr>
          <a:xfrm>
            <a:off x="7197767" y="4739500"/>
            <a:ext cx="414400" cy="414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3" name="Google Shape;1123;p30"/>
          <p:cNvSpPr txBox="1">
            <a:spLocks noGrp="1"/>
          </p:cNvSpPr>
          <p:nvPr>
            <p:ph type="title"/>
          </p:nvPr>
        </p:nvSpPr>
        <p:spPr>
          <a:xfrm>
            <a:off x="960000" y="719200"/>
            <a:ext cx="5314000" cy="6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TABLE OF CONTENTS</a:t>
            </a:r>
            <a:endParaRPr dirty="0"/>
          </a:p>
        </p:txBody>
      </p:sp>
      <p:sp>
        <p:nvSpPr>
          <p:cNvPr id="1124" name="Google Shape;1124;p30"/>
          <p:cNvSpPr txBox="1">
            <a:spLocks noGrp="1"/>
          </p:cNvSpPr>
          <p:nvPr>
            <p:ph type="title" idx="2"/>
          </p:nvPr>
        </p:nvSpPr>
        <p:spPr>
          <a:xfrm>
            <a:off x="959980" y="2543745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Introduction</a:t>
            </a:r>
            <a:endParaRPr dirty="0"/>
          </a:p>
        </p:txBody>
      </p:sp>
      <p:sp>
        <p:nvSpPr>
          <p:cNvPr id="1128" name="Google Shape;1128;p30"/>
          <p:cNvSpPr txBox="1">
            <a:spLocks noGrp="1"/>
          </p:cNvSpPr>
          <p:nvPr>
            <p:ph type="title" idx="5"/>
          </p:nvPr>
        </p:nvSpPr>
        <p:spPr>
          <a:xfrm>
            <a:off x="4330529" y="2566689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App Architecture</a:t>
            </a:r>
            <a:endParaRPr dirty="0"/>
          </a:p>
        </p:txBody>
      </p:sp>
      <p:sp>
        <p:nvSpPr>
          <p:cNvPr id="1130" name="Google Shape;1130;p30"/>
          <p:cNvSpPr txBox="1">
            <a:spLocks noGrp="1"/>
          </p:cNvSpPr>
          <p:nvPr>
            <p:ph type="title" idx="7"/>
          </p:nvPr>
        </p:nvSpPr>
        <p:spPr>
          <a:xfrm>
            <a:off x="2847534" y="4157479"/>
            <a:ext cx="2195200" cy="7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CONCLUSIONS</a:t>
            </a:r>
            <a:endParaRPr dirty="0"/>
          </a:p>
        </p:txBody>
      </p:sp>
      <p:sp>
        <p:nvSpPr>
          <p:cNvPr id="1132" name="Google Shape;1132;p30"/>
          <p:cNvSpPr txBox="1">
            <a:spLocks noGrp="1"/>
          </p:cNvSpPr>
          <p:nvPr>
            <p:ph type="title" idx="9"/>
          </p:nvPr>
        </p:nvSpPr>
        <p:spPr>
          <a:xfrm>
            <a:off x="1759713" y="1794351"/>
            <a:ext cx="595600" cy="7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1134" name="Google Shape;1134;p30"/>
          <p:cNvSpPr txBox="1">
            <a:spLocks noGrp="1"/>
          </p:cNvSpPr>
          <p:nvPr>
            <p:ph type="title" idx="14"/>
          </p:nvPr>
        </p:nvSpPr>
        <p:spPr>
          <a:xfrm>
            <a:off x="5092358" y="1801345"/>
            <a:ext cx="595600" cy="7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sp>
        <p:nvSpPr>
          <p:cNvPr id="1135" name="Google Shape;1135;p30"/>
          <p:cNvSpPr txBox="1">
            <a:spLocks noGrp="1"/>
          </p:cNvSpPr>
          <p:nvPr>
            <p:ph type="title" idx="15"/>
          </p:nvPr>
        </p:nvSpPr>
        <p:spPr>
          <a:xfrm>
            <a:off x="3483269" y="3574450"/>
            <a:ext cx="595600" cy="74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grpSp>
        <p:nvGrpSpPr>
          <p:cNvPr id="1136" name="Google Shape;1136;p30"/>
          <p:cNvGrpSpPr/>
          <p:nvPr/>
        </p:nvGrpSpPr>
        <p:grpSpPr>
          <a:xfrm flipH="1">
            <a:off x="9553291" y="788446"/>
            <a:ext cx="858620" cy="499117"/>
            <a:chOff x="7258080" y="539396"/>
            <a:chExt cx="643965" cy="374338"/>
          </a:xfrm>
        </p:grpSpPr>
        <p:grpSp>
          <p:nvGrpSpPr>
            <p:cNvPr id="1137" name="Google Shape;1137;p30"/>
            <p:cNvGrpSpPr/>
            <p:nvPr/>
          </p:nvGrpSpPr>
          <p:grpSpPr>
            <a:xfrm>
              <a:off x="7258080" y="539396"/>
              <a:ext cx="374640" cy="374338"/>
              <a:chOff x="3285550" y="1349075"/>
              <a:chExt cx="496475" cy="496075"/>
            </a:xfrm>
          </p:grpSpPr>
          <p:sp>
            <p:nvSpPr>
              <p:cNvPr id="1138" name="Google Shape;1138;p30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30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30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30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30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30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30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30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30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30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30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30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30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30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30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30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4" name="Google Shape;1154;p30"/>
            <p:cNvGrpSpPr/>
            <p:nvPr/>
          </p:nvGrpSpPr>
          <p:grpSpPr>
            <a:xfrm>
              <a:off x="7527405" y="539396"/>
              <a:ext cx="374640" cy="374338"/>
              <a:chOff x="3285550" y="1349075"/>
              <a:chExt cx="496475" cy="496075"/>
            </a:xfrm>
          </p:grpSpPr>
          <p:sp>
            <p:nvSpPr>
              <p:cNvPr id="1155" name="Google Shape;1155;p30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30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30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30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30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30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30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30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30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30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30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30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30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30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30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30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ransition spd="slow">
    <p:cover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31"/>
          <p:cNvPicPr preferRelativeResize="0"/>
          <p:nvPr/>
        </p:nvPicPr>
        <p:blipFill rotWithShape="1">
          <a:blip r:embed="rId3">
            <a:alphaModFix/>
          </a:blip>
          <a:srcRect l="9774" r="9774"/>
          <a:stretch/>
        </p:blipFill>
        <p:spPr>
          <a:xfrm>
            <a:off x="6359867" y="0"/>
            <a:ext cx="5832135" cy="40777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6" name="Google Shape;1176;p31"/>
          <p:cNvGrpSpPr/>
          <p:nvPr/>
        </p:nvGrpSpPr>
        <p:grpSpPr>
          <a:xfrm flipH="1">
            <a:off x="6278968" y="-2"/>
            <a:ext cx="5913045" cy="6894617"/>
            <a:chOff x="238125" y="854150"/>
            <a:chExt cx="3546125" cy="4010675"/>
          </a:xfrm>
        </p:grpSpPr>
        <p:sp>
          <p:nvSpPr>
            <p:cNvPr id="1177" name="Google Shape;1177;p31"/>
            <p:cNvSpPr/>
            <p:nvPr/>
          </p:nvSpPr>
          <p:spPr>
            <a:xfrm>
              <a:off x="242125" y="2749200"/>
              <a:ext cx="276800" cy="378425"/>
            </a:xfrm>
            <a:custGeom>
              <a:avLst/>
              <a:gdLst/>
              <a:ahLst/>
              <a:cxnLst/>
              <a:rect l="l" t="t" r="r" b="b"/>
              <a:pathLst>
                <a:path w="11072" h="15137" extrusionOk="0">
                  <a:moveTo>
                    <a:pt x="1" y="0"/>
                  </a:moveTo>
                  <a:lnTo>
                    <a:pt x="1" y="11241"/>
                  </a:lnTo>
                  <a:cubicBezTo>
                    <a:pt x="6" y="11241"/>
                    <a:pt x="11" y="11241"/>
                    <a:pt x="17" y="11241"/>
                  </a:cubicBezTo>
                  <a:cubicBezTo>
                    <a:pt x="380" y="11241"/>
                    <a:pt x="557" y="11538"/>
                    <a:pt x="795" y="11731"/>
                  </a:cubicBezTo>
                  <a:cubicBezTo>
                    <a:pt x="3560" y="13935"/>
                    <a:pt x="6700" y="15095"/>
                    <a:pt x="10251" y="15113"/>
                  </a:cubicBezTo>
                  <a:cubicBezTo>
                    <a:pt x="10377" y="15113"/>
                    <a:pt x="10511" y="15137"/>
                    <a:pt x="10641" y="15137"/>
                  </a:cubicBezTo>
                  <a:cubicBezTo>
                    <a:pt x="10796" y="15137"/>
                    <a:pt x="10945" y="15102"/>
                    <a:pt x="11072" y="14952"/>
                  </a:cubicBezTo>
                  <a:cubicBezTo>
                    <a:pt x="9234" y="13676"/>
                    <a:pt x="7673" y="12106"/>
                    <a:pt x="6272" y="10367"/>
                  </a:cubicBezTo>
                  <a:cubicBezTo>
                    <a:pt x="3926" y="7458"/>
                    <a:pt x="2124" y="4229"/>
                    <a:pt x="545" y="857"/>
                  </a:cubicBezTo>
                  <a:cubicBezTo>
                    <a:pt x="402" y="545"/>
                    <a:pt x="357" y="17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31"/>
            <p:cNvSpPr/>
            <p:nvPr/>
          </p:nvSpPr>
          <p:spPr>
            <a:xfrm>
              <a:off x="1254000" y="2950150"/>
              <a:ext cx="2158925" cy="392575"/>
            </a:xfrm>
            <a:custGeom>
              <a:avLst/>
              <a:gdLst/>
              <a:ahLst/>
              <a:cxnLst/>
              <a:rect l="l" t="t" r="r" b="b"/>
              <a:pathLst>
                <a:path w="86357" h="15703" extrusionOk="0">
                  <a:moveTo>
                    <a:pt x="86240" y="0"/>
                  </a:moveTo>
                  <a:cubicBezTo>
                    <a:pt x="85500" y="482"/>
                    <a:pt x="84724" y="910"/>
                    <a:pt x="83930" y="1294"/>
                  </a:cubicBezTo>
                  <a:cubicBezTo>
                    <a:pt x="80923" y="2721"/>
                    <a:pt x="77721" y="3435"/>
                    <a:pt x="74446" y="3818"/>
                  </a:cubicBezTo>
                  <a:cubicBezTo>
                    <a:pt x="72021" y="4110"/>
                    <a:pt x="69592" y="4215"/>
                    <a:pt x="67164" y="4215"/>
                  </a:cubicBezTo>
                  <a:cubicBezTo>
                    <a:pt x="65582" y="4215"/>
                    <a:pt x="64001" y="4171"/>
                    <a:pt x="62421" y="4104"/>
                  </a:cubicBezTo>
                  <a:cubicBezTo>
                    <a:pt x="57711" y="3899"/>
                    <a:pt x="53027" y="3479"/>
                    <a:pt x="48335" y="3087"/>
                  </a:cubicBezTo>
                  <a:cubicBezTo>
                    <a:pt x="43535" y="2676"/>
                    <a:pt x="38736" y="2275"/>
                    <a:pt x="33927" y="2034"/>
                  </a:cubicBezTo>
                  <a:cubicBezTo>
                    <a:pt x="30641" y="1865"/>
                    <a:pt x="27358" y="1760"/>
                    <a:pt x="24074" y="1760"/>
                  </a:cubicBezTo>
                  <a:cubicBezTo>
                    <a:pt x="22170" y="1760"/>
                    <a:pt x="20265" y="1795"/>
                    <a:pt x="18360" y="1874"/>
                  </a:cubicBezTo>
                  <a:cubicBezTo>
                    <a:pt x="12169" y="2123"/>
                    <a:pt x="6049" y="2846"/>
                    <a:pt x="0" y="4184"/>
                  </a:cubicBezTo>
                  <a:cubicBezTo>
                    <a:pt x="70" y="4429"/>
                    <a:pt x="232" y="4464"/>
                    <a:pt x="403" y="4464"/>
                  </a:cubicBezTo>
                  <a:cubicBezTo>
                    <a:pt x="472" y="4464"/>
                    <a:pt x="542" y="4459"/>
                    <a:pt x="608" y="4459"/>
                  </a:cubicBezTo>
                  <a:cubicBezTo>
                    <a:pt x="629" y="4459"/>
                    <a:pt x="650" y="4459"/>
                    <a:pt x="669" y="4461"/>
                  </a:cubicBezTo>
                  <a:cubicBezTo>
                    <a:pt x="3845" y="4630"/>
                    <a:pt x="7012" y="4987"/>
                    <a:pt x="10161" y="5415"/>
                  </a:cubicBezTo>
                  <a:cubicBezTo>
                    <a:pt x="15327" y="6120"/>
                    <a:pt x="20430" y="7137"/>
                    <a:pt x="25515" y="8279"/>
                  </a:cubicBezTo>
                  <a:cubicBezTo>
                    <a:pt x="32000" y="9724"/>
                    <a:pt x="38423" y="11428"/>
                    <a:pt x="44900" y="12918"/>
                  </a:cubicBezTo>
                  <a:cubicBezTo>
                    <a:pt x="50395" y="14176"/>
                    <a:pt x="55909" y="15318"/>
                    <a:pt x="61564" y="15639"/>
                  </a:cubicBezTo>
                  <a:cubicBezTo>
                    <a:pt x="62320" y="15680"/>
                    <a:pt x="63074" y="15703"/>
                    <a:pt x="63827" y="15703"/>
                  </a:cubicBezTo>
                  <a:cubicBezTo>
                    <a:pt x="65987" y="15703"/>
                    <a:pt x="68132" y="15518"/>
                    <a:pt x="70263" y="15068"/>
                  </a:cubicBezTo>
                  <a:cubicBezTo>
                    <a:pt x="73804" y="14301"/>
                    <a:pt x="76971" y="12775"/>
                    <a:pt x="79594" y="10206"/>
                  </a:cubicBezTo>
                  <a:cubicBezTo>
                    <a:pt x="82502" y="7351"/>
                    <a:pt x="84420" y="3836"/>
                    <a:pt x="86285" y="277"/>
                  </a:cubicBezTo>
                  <a:cubicBezTo>
                    <a:pt x="86338" y="179"/>
                    <a:pt x="86356" y="72"/>
                    <a:pt x="86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31"/>
            <p:cNvSpPr/>
            <p:nvPr/>
          </p:nvSpPr>
          <p:spPr>
            <a:xfrm>
              <a:off x="238125" y="854150"/>
              <a:ext cx="3546125" cy="4010675"/>
            </a:xfrm>
            <a:custGeom>
              <a:avLst/>
              <a:gdLst/>
              <a:ahLst/>
              <a:cxnLst/>
              <a:rect l="l" t="t" r="r" b="b"/>
              <a:pathLst>
                <a:path w="141845" h="160427" extrusionOk="0">
                  <a:moveTo>
                    <a:pt x="137232" y="1"/>
                  </a:moveTo>
                  <a:lnTo>
                    <a:pt x="137232" y="10"/>
                  </a:lnTo>
                  <a:lnTo>
                    <a:pt x="77560" y="10"/>
                  </a:lnTo>
                  <a:cubicBezTo>
                    <a:pt x="78594" y="402"/>
                    <a:pt x="79692" y="456"/>
                    <a:pt x="80762" y="634"/>
                  </a:cubicBezTo>
                  <a:cubicBezTo>
                    <a:pt x="83055" y="1018"/>
                    <a:pt x="85357" y="1357"/>
                    <a:pt x="87658" y="1687"/>
                  </a:cubicBezTo>
                  <a:cubicBezTo>
                    <a:pt x="89612" y="1954"/>
                    <a:pt x="91575" y="2177"/>
                    <a:pt x="93537" y="2427"/>
                  </a:cubicBezTo>
                  <a:cubicBezTo>
                    <a:pt x="95714" y="2704"/>
                    <a:pt x="97900" y="2873"/>
                    <a:pt x="100085" y="2998"/>
                  </a:cubicBezTo>
                  <a:cubicBezTo>
                    <a:pt x="101477" y="3078"/>
                    <a:pt x="102869" y="3052"/>
                    <a:pt x="104260" y="3087"/>
                  </a:cubicBezTo>
                  <a:cubicBezTo>
                    <a:pt x="107668" y="3168"/>
                    <a:pt x="111013" y="3640"/>
                    <a:pt x="114261" y="4729"/>
                  </a:cubicBezTo>
                  <a:cubicBezTo>
                    <a:pt x="119836" y="6584"/>
                    <a:pt x="124458" y="9849"/>
                    <a:pt x="128276" y="14274"/>
                  </a:cubicBezTo>
                  <a:cubicBezTo>
                    <a:pt x="132370" y="19038"/>
                    <a:pt x="135100" y="24533"/>
                    <a:pt x="136947" y="30493"/>
                  </a:cubicBezTo>
                  <a:cubicBezTo>
                    <a:pt x="137964" y="33740"/>
                    <a:pt x="138624" y="37058"/>
                    <a:pt x="139088" y="40431"/>
                  </a:cubicBezTo>
                  <a:cubicBezTo>
                    <a:pt x="139463" y="43187"/>
                    <a:pt x="139614" y="45971"/>
                    <a:pt x="139614" y="48745"/>
                  </a:cubicBezTo>
                  <a:cubicBezTo>
                    <a:pt x="139614" y="51064"/>
                    <a:pt x="139516" y="53393"/>
                    <a:pt x="139266" y="55712"/>
                  </a:cubicBezTo>
                  <a:cubicBezTo>
                    <a:pt x="138785" y="60191"/>
                    <a:pt x="137893" y="64571"/>
                    <a:pt x="136501" y="68853"/>
                  </a:cubicBezTo>
                  <a:cubicBezTo>
                    <a:pt x="135716" y="71270"/>
                    <a:pt x="134779" y="73626"/>
                    <a:pt x="133682" y="75918"/>
                  </a:cubicBezTo>
                  <a:cubicBezTo>
                    <a:pt x="132130" y="79174"/>
                    <a:pt x="129917" y="81860"/>
                    <a:pt x="126875" y="83840"/>
                  </a:cubicBezTo>
                  <a:cubicBezTo>
                    <a:pt x="126777" y="84081"/>
                    <a:pt x="126634" y="84268"/>
                    <a:pt x="126474" y="84438"/>
                  </a:cubicBezTo>
                  <a:cubicBezTo>
                    <a:pt x="125109" y="86597"/>
                    <a:pt x="123904" y="88872"/>
                    <a:pt x="122415" y="90959"/>
                  </a:cubicBezTo>
                  <a:cubicBezTo>
                    <a:pt x="119774" y="94688"/>
                    <a:pt x="116259" y="97141"/>
                    <a:pt x="111834" y="98283"/>
                  </a:cubicBezTo>
                  <a:cubicBezTo>
                    <a:pt x="109417" y="98908"/>
                    <a:pt x="106974" y="99197"/>
                    <a:pt x="104493" y="99197"/>
                  </a:cubicBezTo>
                  <a:cubicBezTo>
                    <a:pt x="103714" y="99197"/>
                    <a:pt x="102932" y="99168"/>
                    <a:pt x="102146" y="99113"/>
                  </a:cubicBezTo>
                  <a:cubicBezTo>
                    <a:pt x="99853" y="98943"/>
                    <a:pt x="97578" y="98711"/>
                    <a:pt x="95312" y="98355"/>
                  </a:cubicBezTo>
                  <a:cubicBezTo>
                    <a:pt x="90843" y="97659"/>
                    <a:pt x="86454" y="96633"/>
                    <a:pt x="82065" y="95571"/>
                  </a:cubicBezTo>
                  <a:cubicBezTo>
                    <a:pt x="74196" y="93662"/>
                    <a:pt x="66373" y="91601"/>
                    <a:pt x="58397" y="90147"/>
                  </a:cubicBezTo>
                  <a:cubicBezTo>
                    <a:pt x="52937" y="89157"/>
                    <a:pt x="47460" y="88176"/>
                    <a:pt x="41884" y="88095"/>
                  </a:cubicBezTo>
                  <a:cubicBezTo>
                    <a:pt x="41712" y="88122"/>
                    <a:pt x="41537" y="88139"/>
                    <a:pt x="41362" y="88139"/>
                  </a:cubicBezTo>
                  <a:cubicBezTo>
                    <a:pt x="41121" y="88139"/>
                    <a:pt x="40878" y="88107"/>
                    <a:pt x="40635" y="88024"/>
                  </a:cubicBezTo>
                  <a:cubicBezTo>
                    <a:pt x="39449" y="88319"/>
                    <a:pt x="38262" y="88604"/>
                    <a:pt x="37076" y="88916"/>
                  </a:cubicBezTo>
                  <a:cubicBezTo>
                    <a:pt x="33820" y="89790"/>
                    <a:pt x="30644" y="90879"/>
                    <a:pt x="27530" y="92163"/>
                  </a:cubicBezTo>
                  <a:cubicBezTo>
                    <a:pt x="25282" y="93091"/>
                    <a:pt x="22954" y="93680"/>
                    <a:pt x="20527" y="93725"/>
                  </a:cubicBezTo>
                  <a:cubicBezTo>
                    <a:pt x="20437" y="93726"/>
                    <a:pt x="20347" y="93727"/>
                    <a:pt x="20257" y="93727"/>
                  </a:cubicBezTo>
                  <a:cubicBezTo>
                    <a:pt x="17716" y="93727"/>
                    <a:pt x="15309" y="93119"/>
                    <a:pt x="13060" y="91896"/>
                  </a:cubicBezTo>
                  <a:cubicBezTo>
                    <a:pt x="12427" y="91548"/>
                    <a:pt x="11820" y="91164"/>
                    <a:pt x="11232" y="90754"/>
                  </a:cubicBezTo>
                  <a:cubicBezTo>
                    <a:pt x="10955" y="90754"/>
                    <a:pt x="10714" y="90692"/>
                    <a:pt x="10500" y="90593"/>
                  </a:cubicBezTo>
                  <a:cubicBezTo>
                    <a:pt x="9064" y="90593"/>
                    <a:pt x="7663" y="90344"/>
                    <a:pt x="6280" y="89951"/>
                  </a:cubicBezTo>
                  <a:cubicBezTo>
                    <a:pt x="4487" y="89443"/>
                    <a:pt x="2899" y="88550"/>
                    <a:pt x="1418" y="87435"/>
                  </a:cubicBezTo>
                  <a:cubicBezTo>
                    <a:pt x="1156" y="87234"/>
                    <a:pt x="894" y="86931"/>
                    <a:pt x="541" y="86931"/>
                  </a:cubicBezTo>
                  <a:cubicBezTo>
                    <a:pt x="425" y="86931"/>
                    <a:pt x="299" y="86964"/>
                    <a:pt x="161" y="87043"/>
                  </a:cubicBezTo>
                  <a:lnTo>
                    <a:pt x="161" y="144075"/>
                  </a:lnTo>
                  <a:lnTo>
                    <a:pt x="0" y="144075"/>
                  </a:lnTo>
                  <a:lnTo>
                    <a:pt x="0" y="160427"/>
                  </a:lnTo>
                  <a:lnTo>
                    <a:pt x="141845" y="160427"/>
                  </a:lnTo>
                  <a:lnTo>
                    <a:pt x="1418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80" name="Google Shape;1180;p31"/>
          <p:cNvSpPr/>
          <p:nvPr/>
        </p:nvSpPr>
        <p:spPr>
          <a:xfrm flipH="1">
            <a:off x="3804913" y="6571184"/>
            <a:ext cx="8380244" cy="287032"/>
          </a:xfrm>
          <a:custGeom>
            <a:avLst/>
            <a:gdLst/>
            <a:ahLst/>
            <a:cxnLst/>
            <a:rect l="l" t="t" r="r" b="b"/>
            <a:pathLst>
              <a:path w="196228" h="6721" extrusionOk="0">
                <a:moveTo>
                  <a:pt x="30642" y="1"/>
                </a:moveTo>
                <a:cubicBezTo>
                  <a:pt x="30545" y="1"/>
                  <a:pt x="30447" y="2"/>
                  <a:pt x="30350" y="3"/>
                </a:cubicBezTo>
                <a:cubicBezTo>
                  <a:pt x="25024" y="83"/>
                  <a:pt x="19716" y="351"/>
                  <a:pt x="14435" y="1082"/>
                </a:cubicBezTo>
                <a:cubicBezTo>
                  <a:pt x="10590" y="1609"/>
                  <a:pt x="6798" y="2358"/>
                  <a:pt x="3069" y="3402"/>
                </a:cubicBezTo>
                <a:cubicBezTo>
                  <a:pt x="2043" y="3696"/>
                  <a:pt x="1053" y="4116"/>
                  <a:pt x="1" y="4312"/>
                </a:cubicBezTo>
                <a:lnTo>
                  <a:pt x="1" y="6721"/>
                </a:lnTo>
                <a:lnTo>
                  <a:pt x="196228" y="6721"/>
                </a:lnTo>
                <a:cubicBezTo>
                  <a:pt x="195309" y="6221"/>
                  <a:pt x="194274" y="6043"/>
                  <a:pt x="193275" y="5775"/>
                </a:cubicBezTo>
                <a:cubicBezTo>
                  <a:pt x="184818" y="3464"/>
                  <a:pt x="176173" y="2251"/>
                  <a:pt x="167449" y="1600"/>
                </a:cubicBezTo>
                <a:cubicBezTo>
                  <a:pt x="163470" y="1305"/>
                  <a:pt x="159491" y="1181"/>
                  <a:pt x="155503" y="1163"/>
                </a:cubicBezTo>
                <a:cubicBezTo>
                  <a:pt x="155282" y="1162"/>
                  <a:pt x="155060" y="1162"/>
                  <a:pt x="154839" y="1162"/>
                </a:cubicBezTo>
                <a:cubicBezTo>
                  <a:pt x="149066" y="1162"/>
                  <a:pt x="143301" y="1386"/>
                  <a:pt x="137545" y="1859"/>
                </a:cubicBezTo>
                <a:cubicBezTo>
                  <a:pt x="134485" y="2108"/>
                  <a:pt x="131425" y="2376"/>
                  <a:pt x="128374" y="2760"/>
                </a:cubicBezTo>
                <a:cubicBezTo>
                  <a:pt x="124494" y="3241"/>
                  <a:pt x="120622" y="3687"/>
                  <a:pt x="116724" y="3955"/>
                </a:cubicBezTo>
                <a:cubicBezTo>
                  <a:pt x="112352" y="4249"/>
                  <a:pt x="107963" y="4392"/>
                  <a:pt x="103574" y="4455"/>
                </a:cubicBezTo>
                <a:cubicBezTo>
                  <a:pt x="102411" y="4470"/>
                  <a:pt x="101247" y="4477"/>
                  <a:pt x="100083" y="4477"/>
                </a:cubicBezTo>
                <a:cubicBezTo>
                  <a:pt x="94536" y="4477"/>
                  <a:pt x="88984" y="4315"/>
                  <a:pt x="83439" y="4116"/>
                </a:cubicBezTo>
                <a:cubicBezTo>
                  <a:pt x="81137" y="4026"/>
                  <a:pt x="78845" y="3910"/>
                  <a:pt x="76552" y="3777"/>
                </a:cubicBezTo>
                <a:cubicBezTo>
                  <a:pt x="73394" y="3598"/>
                  <a:pt x="70254" y="3384"/>
                  <a:pt x="67105" y="3179"/>
                </a:cubicBezTo>
                <a:cubicBezTo>
                  <a:pt x="65445" y="3063"/>
                  <a:pt x="63795" y="2938"/>
                  <a:pt x="62145" y="2804"/>
                </a:cubicBezTo>
                <a:cubicBezTo>
                  <a:pt x="59825" y="2617"/>
                  <a:pt x="57506" y="2421"/>
                  <a:pt x="55186" y="2224"/>
                </a:cubicBezTo>
                <a:cubicBezTo>
                  <a:pt x="53161" y="2046"/>
                  <a:pt x="51136" y="1867"/>
                  <a:pt x="49120" y="1680"/>
                </a:cubicBezTo>
                <a:cubicBezTo>
                  <a:pt x="46586" y="1439"/>
                  <a:pt x="44062" y="1189"/>
                  <a:pt x="41537" y="940"/>
                </a:cubicBezTo>
                <a:cubicBezTo>
                  <a:pt x="39619" y="752"/>
                  <a:pt x="37710" y="547"/>
                  <a:pt x="35792" y="378"/>
                </a:cubicBezTo>
                <a:cubicBezTo>
                  <a:pt x="34078" y="217"/>
                  <a:pt x="32364" y="1"/>
                  <a:pt x="306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181" name="Google Shape;1181;p31"/>
          <p:cNvGrpSpPr/>
          <p:nvPr/>
        </p:nvGrpSpPr>
        <p:grpSpPr>
          <a:xfrm rot="-3600030">
            <a:off x="6858190" y="4722803"/>
            <a:ext cx="630927" cy="1257900"/>
            <a:chOff x="6299050" y="981775"/>
            <a:chExt cx="582600" cy="1161550"/>
          </a:xfrm>
        </p:grpSpPr>
        <p:sp>
          <p:nvSpPr>
            <p:cNvPr id="1182" name="Google Shape;1182;p31"/>
            <p:cNvSpPr/>
            <p:nvPr/>
          </p:nvSpPr>
          <p:spPr>
            <a:xfrm>
              <a:off x="6299050" y="1639325"/>
              <a:ext cx="582600" cy="504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31"/>
            <p:cNvSpPr/>
            <p:nvPr/>
          </p:nvSpPr>
          <p:spPr>
            <a:xfrm>
              <a:off x="6299050" y="981775"/>
              <a:ext cx="582600" cy="504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31"/>
            <p:cNvSpPr/>
            <p:nvPr/>
          </p:nvSpPr>
          <p:spPr>
            <a:xfrm>
              <a:off x="6299050" y="1311425"/>
              <a:ext cx="582600" cy="504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85" name="Google Shape;1185;p31"/>
          <p:cNvGrpSpPr/>
          <p:nvPr/>
        </p:nvGrpSpPr>
        <p:grpSpPr>
          <a:xfrm>
            <a:off x="10909636" y="4629349"/>
            <a:ext cx="952305" cy="951537"/>
            <a:chOff x="3285550" y="1349075"/>
            <a:chExt cx="496475" cy="496075"/>
          </a:xfrm>
        </p:grpSpPr>
        <p:sp>
          <p:nvSpPr>
            <p:cNvPr id="1186" name="Google Shape;1186;p31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1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31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31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31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31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31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02" name="Google Shape;1202;p31"/>
          <p:cNvSpPr/>
          <p:nvPr/>
        </p:nvSpPr>
        <p:spPr>
          <a:xfrm>
            <a:off x="9458633" y="5243633"/>
            <a:ext cx="377200" cy="37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03" name="Google Shape;1203;p31"/>
          <p:cNvSpPr txBox="1">
            <a:spLocks noGrp="1"/>
          </p:cNvSpPr>
          <p:nvPr>
            <p:ph type="title"/>
          </p:nvPr>
        </p:nvSpPr>
        <p:spPr>
          <a:xfrm>
            <a:off x="950800" y="1971200"/>
            <a:ext cx="49456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/>
              <a:t>INTRODUCTION</a:t>
            </a:r>
            <a:endParaRPr/>
          </a:p>
        </p:txBody>
      </p:sp>
      <p:sp>
        <p:nvSpPr>
          <p:cNvPr id="1204" name="Google Shape;1204;p31"/>
          <p:cNvSpPr txBox="1">
            <a:spLocks noGrp="1"/>
          </p:cNvSpPr>
          <p:nvPr>
            <p:ph type="subTitle" idx="1"/>
          </p:nvPr>
        </p:nvSpPr>
        <p:spPr>
          <a:xfrm>
            <a:off x="950800" y="2890399"/>
            <a:ext cx="5420312" cy="244905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GB" b="1" i="0" dirty="0">
                <a:effectLst/>
                <a:latin typeface="SegoeUIVariable"/>
              </a:rPr>
              <a:t>Booked</a:t>
            </a:r>
            <a:r>
              <a:rPr lang="en-GB" b="0" i="0" dirty="0">
                <a:effectLst/>
                <a:latin typeface="SegoeUIVariable"/>
              </a:rPr>
              <a:t> is a sleek and user-friendly mobile app designed to enhance your love for books. Whether you’re a casual reader or a literary enthusiast, this app has something for everyone</a:t>
            </a:r>
            <a:endParaRPr dirty="0"/>
          </a:p>
        </p:txBody>
      </p:sp>
      <p:grpSp>
        <p:nvGrpSpPr>
          <p:cNvPr id="1205" name="Google Shape;1205;p31"/>
          <p:cNvGrpSpPr/>
          <p:nvPr/>
        </p:nvGrpSpPr>
        <p:grpSpPr>
          <a:xfrm>
            <a:off x="219534" y="5294475"/>
            <a:ext cx="1488500" cy="1074459"/>
            <a:chOff x="1190300" y="3984881"/>
            <a:chExt cx="1116375" cy="805844"/>
          </a:xfrm>
        </p:grpSpPr>
        <p:sp>
          <p:nvSpPr>
            <p:cNvPr id="1206" name="Google Shape;1206;p31"/>
            <p:cNvSpPr/>
            <p:nvPr/>
          </p:nvSpPr>
          <p:spPr>
            <a:xfrm rot="5400000">
              <a:off x="1927099" y="4414228"/>
              <a:ext cx="150900" cy="231600"/>
            </a:xfrm>
            <a:prstGeom prst="chevron">
              <a:avLst>
                <a:gd name="adj" fmla="val 65456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31"/>
            <p:cNvSpPr/>
            <p:nvPr/>
          </p:nvSpPr>
          <p:spPr>
            <a:xfrm rot="5400000">
              <a:off x="1927099" y="4208292"/>
              <a:ext cx="150900" cy="231600"/>
            </a:xfrm>
            <a:prstGeom prst="chevron">
              <a:avLst>
                <a:gd name="adj" fmla="val 65456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31"/>
            <p:cNvSpPr/>
            <p:nvPr/>
          </p:nvSpPr>
          <p:spPr>
            <a:xfrm rot="5400000">
              <a:off x="1544799" y="3944531"/>
              <a:ext cx="150900" cy="231600"/>
            </a:xfrm>
            <a:prstGeom prst="chevron">
              <a:avLst>
                <a:gd name="adj" fmla="val 6545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31"/>
            <p:cNvSpPr/>
            <p:nvPr/>
          </p:nvSpPr>
          <p:spPr>
            <a:xfrm>
              <a:off x="1190300" y="4057450"/>
              <a:ext cx="69600" cy="6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31"/>
            <p:cNvSpPr/>
            <p:nvPr/>
          </p:nvSpPr>
          <p:spPr>
            <a:xfrm>
              <a:off x="1585450" y="4721125"/>
              <a:ext cx="69600" cy="696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31"/>
            <p:cNvSpPr/>
            <p:nvPr/>
          </p:nvSpPr>
          <p:spPr>
            <a:xfrm>
              <a:off x="2237075" y="4248650"/>
              <a:ext cx="69600" cy="696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31"/>
            <p:cNvSpPr/>
            <p:nvPr/>
          </p:nvSpPr>
          <p:spPr>
            <a:xfrm>
              <a:off x="2237075" y="4495225"/>
              <a:ext cx="69600" cy="6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13" name="Google Shape;1213;p31"/>
          <p:cNvSpPr/>
          <p:nvPr/>
        </p:nvSpPr>
        <p:spPr>
          <a:xfrm>
            <a:off x="3804900" y="5412833"/>
            <a:ext cx="208000" cy="20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33"/>
          <p:cNvPicPr preferRelativeResize="0"/>
          <p:nvPr/>
        </p:nvPicPr>
        <p:blipFill rotWithShape="1">
          <a:blip r:embed="rId3">
            <a:alphaModFix/>
          </a:blip>
          <a:srcRect l="13412" t="42963" b="11729"/>
          <a:stretch/>
        </p:blipFill>
        <p:spPr>
          <a:xfrm>
            <a:off x="6429367" y="719200"/>
            <a:ext cx="5493635" cy="430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33"/>
          <p:cNvSpPr/>
          <p:nvPr/>
        </p:nvSpPr>
        <p:spPr>
          <a:xfrm>
            <a:off x="6329625" y="28"/>
            <a:ext cx="5862612" cy="6850768"/>
          </a:xfrm>
          <a:custGeom>
            <a:avLst/>
            <a:gdLst/>
            <a:ahLst/>
            <a:cxnLst/>
            <a:rect l="l" t="t" r="r" b="b"/>
            <a:pathLst>
              <a:path w="137287" h="160427" extrusionOk="0">
                <a:moveTo>
                  <a:pt x="94439" y="31272"/>
                </a:moveTo>
                <a:cubicBezTo>
                  <a:pt x="98069" y="31272"/>
                  <a:pt x="101636" y="31733"/>
                  <a:pt x="105028" y="33321"/>
                </a:cubicBezTo>
                <a:cubicBezTo>
                  <a:pt x="105688" y="33624"/>
                  <a:pt x="106331" y="33963"/>
                  <a:pt x="106759" y="34578"/>
                </a:cubicBezTo>
                <a:cubicBezTo>
                  <a:pt x="107223" y="35033"/>
                  <a:pt x="107856" y="35221"/>
                  <a:pt x="108383" y="35587"/>
                </a:cubicBezTo>
                <a:cubicBezTo>
                  <a:pt x="110925" y="37317"/>
                  <a:pt x="113075" y="39467"/>
                  <a:pt x="114948" y="41894"/>
                </a:cubicBezTo>
                <a:cubicBezTo>
                  <a:pt x="117723" y="45507"/>
                  <a:pt x="119757" y="49530"/>
                  <a:pt x="121434" y="53741"/>
                </a:cubicBezTo>
                <a:cubicBezTo>
                  <a:pt x="122933" y="57496"/>
                  <a:pt x="124066" y="61359"/>
                  <a:pt x="125020" y="65276"/>
                </a:cubicBezTo>
                <a:cubicBezTo>
                  <a:pt x="125145" y="65793"/>
                  <a:pt x="125101" y="66346"/>
                  <a:pt x="125404" y="66810"/>
                </a:cubicBezTo>
                <a:cubicBezTo>
                  <a:pt x="125493" y="66899"/>
                  <a:pt x="125493" y="67006"/>
                  <a:pt x="125431" y="67113"/>
                </a:cubicBezTo>
                <a:cubicBezTo>
                  <a:pt x="125359" y="67310"/>
                  <a:pt x="125431" y="67461"/>
                  <a:pt x="125556" y="67613"/>
                </a:cubicBezTo>
                <a:cubicBezTo>
                  <a:pt x="126180" y="69201"/>
                  <a:pt x="126555" y="70860"/>
                  <a:pt x="126858" y="72528"/>
                </a:cubicBezTo>
                <a:cubicBezTo>
                  <a:pt x="127491" y="75945"/>
                  <a:pt x="127946" y="79380"/>
                  <a:pt x="128276" y="82832"/>
                </a:cubicBezTo>
                <a:cubicBezTo>
                  <a:pt x="128517" y="85268"/>
                  <a:pt x="128705" y="87712"/>
                  <a:pt x="128838" y="90165"/>
                </a:cubicBezTo>
                <a:cubicBezTo>
                  <a:pt x="128954" y="92431"/>
                  <a:pt x="129008" y="94697"/>
                  <a:pt x="129124" y="96963"/>
                </a:cubicBezTo>
                <a:cubicBezTo>
                  <a:pt x="129160" y="97525"/>
                  <a:pt x="129079" y="98078"/>
                  <a:pt x="128794" y="98587"/>
                </a:cubicBezTo>
                <a:cubicBezTo>
                  <a:pt x="128714" y="99836"/>
                  <a:pt x="128812" y="101093"/>
                  <a:pt x="128642" y="102351"/>
                </a:cubicBezTo>
                <a:cubicBezTo>
                  <a:pt x="128205" y="105652"/>
                  <a:pt x="126662" y="108293"/>
                  <a:pt x="124075" y="110344"/>
                </a:cubicBezTo>
                <a:cubicBezTo>
                  <a:pt x="121943" y="112031"/>
                  <a:pt x="119489" y="113074"/>
                  <a:pt x="116920" y="113850"/>
                </a:cubicBezTo>
                <a:cubicBezTo>
                  <a:pt x="114119" y="114689"/>
                  <a:pt x="111255" y="115162"/>
                  <a:pt x="108356" y="115492"/>
                </a:cubicBezTo>
                <a:cubicBezTo>
                  <a:pt x="104964" y="115882"/>
                  <a:pt x="101561" y="115994"/>
                  <a:pt x="98157" y="115994"/>
                </a:cubicBezTo>
                <a:cubicBezTo>
                  <a:pt x="96028" y="115994"/>
                  <a:pt x="93899" y="115950"/>
                  <a:pt x="91772" y="115902"/>
                </a:cubicBezTo>
                <a:cubicBezTo>
                  <a:pt x="89015" y="115831"/>
                  <a:pt x="86267" y="115635"/>
                  <a:pt x="83520" y="115438"/>
                </a:cubicBezTo>
                <a:cubicBezTo>
                  <a:pt x="80701" y="115224"/>
                  <a:pt x="77881" y="114948"/>
                  <a:pt x="75062" y="114689"/>
                </a:cubicBezTo>
                <a:cubicBezTo>
                  <a:pt x="73251" y="114528"/>
                  <a:pt x="71440" y="114341"/>
                  <a:pt x="69630" y="114189"/>
                </a:cubicBezTo>
                <a:cubicBezTo>
                  <a:pt x="69340" y="114161"/>
                  <a:pt x="69062" y="114010"/>
                  <a:pt x="68768" y="114010"/>
                </a:cubicBezTo>
                <a:cubicBezTo>
                  <a:pt x="68691" y="114010"/>
                  <a:pt x="68612" y="114021"/>
                  <a:pt x="68532" y="114047"/>
                </a:cubicBezTo>
                <a:cubicBezTo>
                  <a:pt x="68149" y="114190"/>
                  <a:pt x="67755" y="114236"/>
                  <a:pt x="67361" y="114236"/>
                </a:cubicBezTo>
                <a:cubicBezTo>
                  <a:pt x="66874" y="114236"/>
                  <a:pt x="66387" y="114166"/>
                  <a:pt x="65918" y="114127"/>
                </a:cubicBezTo>
                <a:cubicBezTo>
                  <a:pt x="61725" y="113761"/>
                  <a:pt x="57533" y="113271"/>
                  <a:pt x="53340" y="112887"/>
                </a:cubicBezTo>
                <a:cubicBezTo>
                  <a:pt x="50735" y="112655"/>
                  <a:pt x="48130" y="112432"/>
                  <a:pt x="45525" y="112245"/>
                </a:cubicBezTo>
                <a:cubicBezTo>
                  <a:pt x="42483" y="112039"/>
                  <a:pt x="39441" y="112039"/>
                  <a:pt x="36399" y="111932"/>
                </a:cubicBezTo>
                <a:cubicBezTo>
                  <a:pt x="31010" y="111745"/>
                  <a:pt x="25774" y="110817"/>
                  <a:pt x="20956" y="108212"/>
                </a:cubicBezTo>
                <a:cubicBezTo>
                  <a:pt x="17682" y="106446"/>
                  <a:pt x="14944" y="104064"/>
                  <a:pt x="12749" y="101058"/>
                </a:cubicBezTo>
                <a:cubicBezTo>
                  <a:pt x="9395" y="96463"/>
                  <a:pt x="7655" y="91227"/>
                  <a:pt x="6567" y="85723"/>
                </a:cubicBezTo>
                <a:cubicBezTo>
                  <a:pt x="5853" y="82101"/>
                  <a:pt x="5434" y="78452"/>
                  <a:pt x="5228" y="74768"/>
                </a:cubicBezTo>
                <a:cubicBezTo>
                  <a:pt x="5166" y="73643"/>
                  <a:pt x="5148" y="72519"/>
                  <a:pt x="5068" y="71404"/>
                </a:cubicBezTo>
                <a:cubicBezTo>
                  <a:pt x="5318" y="70236"/>
                  <a:pt x="5175" y="69040"/>
                  <a:pt x="5211" y="67863"/>
                </a:cubicBezTo>
                <a:cubicBezTo>
                  <a:pt x="5211" y="67765"/>
                  <a:pt x="5237" y="67675"/>
                  <a:pt x="5300" y="67595"/>
                </a:cubicBezTo>
                <a:cubicBezTo>
                  <a:pt x="5300" y="66096"/>
                  <a:pt x="5300" y="64607"/>
                  <a:pt x="5550" y="63126"/>
                </a:cubicBezTo>
                <a:cubicBezTo>
                  <a:pt x="6031" y="60324"/>
                  <a:pt x="7218" y="57835"/>
                  <a:pt x="8904" y="55578"/>
                </a:cubicBezTo>
                <a:cubicBezTo>
                  <a:pt x="10813" y="53027"/>
                  <a:pt x="13186" y="50966"/>
                  <a:pt x="15800" y="49155"/>
                </a:cubicBezTo>
                <a:cubicBezTo>
                  <a:pt x="19913" y="46310"/>
                  <a:pt x="24400" y="44195"/>
                  <a:pt x="29057" y="42411"/>
                </a:cubicBezTo>
                <a:cubicBezTo>
                  <a:pt x="34891" y="40163"/>
                  <a:pt x="40904" y="38495"/>
                  <a:pt x="46997" y="37112"/>
                </a:cubicBezTo>
                <a:cubicBezTo>
                  <a:pt x="50405" y="36336"/>
                  <a:pt x="53839" y="35685"/>
                  <a:pt x="57283" y="35060"/>
                </a:cubicBezTo>
                <a:cubicBezTo>
                  <a:pt x="57368" y="35046"/>
                  <a:pt x="57455" y="35043"/>
                  <a:pt x="57543" y="35043"/>
                </a:cubicBezTo>
                <a:cubicBezTo>
                  <a:pt x="57625" y="35043"/>
                  <a:pt x="57707" y="35046"/>
                  <a:pt x="57789" y="35046"/>
                </a:cubicBezTo>
                <a:cubicBezTo>
                  <a:pt x="58018" y="35046"/>
                  <a:pt x="58243" y="35024"/>
                  <a:pt x="58443" y="34855"/>
                </a:cubicBezTo>
                <a:cubicBezTo>
                  <a:pt x="58585" y="34739"/>
                  <a:pt x="58764" y="34766"/>
                  <a:pt x="58924" y="34703"/>
                </a:cubicBezTo>
                <a:cubicBezTo>
                  <a:pt x="59156" y="34703"/>
                  <a:pt x="59361" y="34623"/>
                  <a:pt x="59575" y="34552"/>
                </a:cubicBezTo>
                <a:cubicBezTo>
                  <a:pt x="62600" y="33713"/>
                  <a:pt x="65713" y="33454"/>
                  <a:pt x="68809" y="33053"/>
                </a:cubicBezTo>
                <a:cubicBezTo>
                  <a:pt x="71690" y="32678"/>
                  <a:pt x="74581" y="32402"/>
                  <a:pt x="77480" y="32143"/>
                </a:cubicBezTo>
                <a:cubicBezTo>
                  <a:pt x="79229" y="31991"/>
                  <a:pt x="80995" y="31902"/>
                  <a:pt x="82743" y="31759"/>
                </a:cubicBezTo>
                <a:cubicBezTo>
                  <a:pt x="85777" y="31519"/>
                  <a:pt x="88819" y="31492"/>
                  <a:pt x="91861" y="31340"/>
                </a:cubicBezTo>
                <a:cubicBezTo>
                  <a:pt x="92723" y="31298"/>
                  <a:pt x="93583" y="31272"/>
                  <a:pt x="94439" y="31272"/>
                </a:cubicBezTo>
                <a:close/>
                <a:moveTo>
                  <a:pt x="1" y="1"/>
                </a:moveTo>
                <a:lnTo>
                  <a:pt x="1" y="160427"/>
                </a:lnTo>
                <a:lnTo>
                  <a:pt x="137090" y="160427"/>
                </a:lnTo>
                <a:lnTo>
                  <a:pt x="137090" y="148080"/>
                </a:lnTo>
                <a:cubicBezTo>
                  <a:pt x="137162" y="148036"/>
                  <a:pt x="137224" y="147973"/>
                  <a:pt x="137287" y="147902"/>
                </a:cubicBezTo>
                <a:lnTo>
                  <a:pt x="137287" y="3863"/>
                </a:lnTo>
                <a:cubicBezTo>
                  <a:pt x="137224" y="3783"/>
                  <a:pt x="137162" y="3730"/>
                  <a:pt x="137090" y="3676"/>
                </a:cubicBezTo>
                <a:lnTo>
                  <a:pt x="13709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51" name="Google Shape;1251;p33"/>
          <p:cNvSpPr/>
          <p:nvPr/>
        </p:nvSpPr>
        <p:spPr>
          <a:xfrm>
            <a:off x="7776113" y="413"/>
            <a:ext cx="4416123" cy="246527"/>
          </a:xfrm>
          <a:custGeom>
            <a:avLst/>
            <a:gdLst/>
            <a:ahLst/>
            <a:cxnLst/>
            <a:rect l="l" t="t" r="r" b="b"/>
            <a:pathLst>
              <a:path w="103414" h="5773" extrusionOk="0">
                <a:moveTo>
                  <a:pt x="1" y="1"/>
                </a:moveTo>
                <a:cubicBezTo>
                  <a:pt x="126" y="117"/>
                  <a:pt x="286" y="125"/>
                  <a:pt x="447" y="134"/>
                </a:cubicBezTo>
                <a:cubicBezTo>
                  <a:pt x="2686" y="348"/>
                  <a:pt x="4925" y="572"/>
                  <a:pt x="7156" y="777"/>
                </a:cubicBezTo>
                <a:cubicBezTo>
                  <a:pt x="11465" y="1187"/>
                  <a:pt x="15764" y="1749"/>
                  <a:pt x="20055" y="2284"/>
                </a:cubicBezTo>
                <a:cubicBezTo>
                  <a:pt x="24775" y="2882"/>
                  <a:pt x="29494" y="3507"/>
                  <a:pt x="34213" y="4051"/>
                </a:cubicBezTo>
                <a:cubicBezTo>
                  <a:pt x="38602" y="4559"/>
                  <a:pt x="42991" y="4970"/>
                  <a:pt x="47398" y="5255"/>
                </a:cubicBezTo>
                <a:cubicBezTo>
                  <a:pt x="52064" y="5567"/>
                  <a:pt x="56748" y="5728"/>
                  <a:pt x="61422" y="5764"/>
                </a:cubicBezTo>
                <a:cubicBezTo>
                  <a:pt x="62036" y="5770"/>
                  <a:pt x="62649" y="5773"/>
                  <a:pt x="63262" y="5773"/>
                </a:cubicBezTo>
                <a:cubicBezTo>
                  <a:pt x="67868" y="5773"/>
                  <a:pt x="72472" y="5606"/>
                  <a:pt x="77070" y="5425"/>
                </a:cubicBezTo>
                <a:cubicBezTo>
                  <a:pt x="79077" y="5344"/>
                  <a:pt x="81075" y="5210"/>
                  <a:pt x="83083" y="5094"/>
                </a:cubicBezTo>
                <a:cubicBezTo>
                  <a:pt x="86312" y="4898"/>
                  <a:pt x="89542" y="4702"/>
                  <a:pt x="92771" y="4497"/>
                </a:cubicBezTo>
                <a:cubicBezTo>
                  <a:pt x="94876" y="4363"/>
                  <a:pt x="96982" y="4185"/>
                  <a:pt x="99096" y="4077"/>
                </a:cubicBezTo>
                <a:cubicBezTo>
                  <a:pt x="100338" y="4016"/>
                  <a:pt x="101581" y="3841"/>
                  <a:pt x="102829" y="3841"/>
                </a:cubicBezTo>
                <a:cubicBezTo>
                  <a:pt x="103024" y="3841"/>
                  <a:pt x="103219" y="3845"/>
                  <a:pt x="103414" y="3854"/>
                </a:cubicBezTo>
                <a:lnTo>
                  <a:pt x="10341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52" name="Google Shape;1252;p33"/>
          <p:cNvSpPr/>
          <p:nvPr/>
        </p:nvSpPr>
        <p:spPr>
          <a:xfrm>
            <a:off x="6450390" y="2886560"/>
            <a:ext cx="2805823" cy="2162497"/>
          </a:xfrm>
          <a:custGeom>
            <a:avLst/>
            <a:gdLst/>
            <a:ahLst/>
            <a:cxnLst/>
            <a:rect l="l" t="t" r="r" b="b"/>
            <a:pathLst>
              <a:path w="65705" h="50640" extrusionOk="0">
                <a:moveTo>
                  <a:pt x="2472" y="0"/>
                </a:moveTo>
                <a:cubicBezTo>
                  <a:pt x="2293" y="54"/>
                  <a:pt x="2240" y="214"/>
                  <a:pt x="2169" y="357"/>
                </a:cubicBezTo>
                <a:cubicBezTo>
                  <a:pt x="759" y="3301"/>
                  <a:pt x="1" y="6370"/>
                  <a:pt x="331" y="9661"/>
                </a:cubicBezTo>
                <a:cubicBezTo>
                  <a:pt x="438" y="10705"/>
                  <a:pt x="643" y="11722"/>
                  <a:pt x="857" y="12739"/>
                </a:cubicBezTo>
                <a:cubicBezTo>
                  <a:pt x="1972" y="17940"/>
                  <a:pt x="3284" y="23088"/>
                  <a:pt x="5157" y="28074"/>
                </a:cubicBezTo>
                <a:cubicBezTo>
                  <a:pt x="6754" y="32321"/>
                  <a:pt x="8699" y="36380"/>
                  <a:pt x="11429" y="40037"/>
                </a:cubicBezTo>
                <a:cubicBezTo>
                  <a:pt x="15862" y="45970"/>
                  <a:pt x="21706" y="49520"/>
                  <a:pt x="29101" y="50404"/>
                </a:cubicBezTo>
                <a:cubicBezTo>
                  <a:pt x="30455" y="50563"/>
                  <a:pt x="31807" y="50639"/>
                  <a:pt x="33155" y="50639"/>
                </a:cubicBezTo>
                <a:cubicBezTo>
                  <a:pt x="35726" y="50639"/>
                  <a:pt x="38287" y="50363"/>
                  <a:pt x="40832" y="49859"/>
                </a:cubicBezTo>
                <a:cubicBezTo>
                  <a:pt x="45998" y="48842"/>
                  <a:pt x="51216" y="48147"/>
                  <a:pt x="56444" y="47567"/>
                </a:cubicBezTo>
                <a:cubicBezTo>
                  <a:pt x="59317" y="47255"/>
                  <a:pt x="62189" y="47005"/>
                  <a:pt x="65062" y="46719"/>
                </a:cubicBezTo>
                <a:cubicBezTo>
                  <a:pt x="65312" y="46701"/>
                  <a:pt x="65544" y="46675"/>
                  <a:pt x="65704" y="46452"/>
                </a:cubicBezTo>
                <a:cubicBezTo>
                  <a:pt x="64509" y="46336"/>
                  <a:pt x="63313" y="46220"/>
                  <a:pt x="62118" y="46095"/>
                </a:cubicBezTo>
                <a:cubicBezTo>
                  <a:pt x="59326" y="45809"/>
                  <a:pt x="56533" y="45533"/>
                  <a:pt x="53741" y="45238"/>
                </a:cubicBezTo>
                <a:cubicBezTo>
                  <a:pt x="50476" y="44899"/>
                  <a:pt x="47202" y="44605"/>
                  <a:pt x="43919" y="44364"/>
                </a:cubicBezTo>
                <a:cubicBezTo>
                  <a:pt x="40538" y="44114"/>
                  <a:pt x="37139" y="44043"/>
                  <a:pt x="33749" y="43981"/>
                </a:cubicBezTo>
                <a:cubicBezTo>
                  <a:pt x="30421" y="43918"/>
                  <a:pt x="27139" y="43472"/>
                  <a:pt x="23936" y="42562"/>
                </a:cubicBezTo>
                <a:cubicBezTo>
                  <a:pt x="17727" y="40796"/>
                  <a:pt x="12758" y="37325"/>
                  <a:pt x="9252" y="31857"/>
                </a:cubicBezTo>
                <a:cubicBezTo>
                  <a:pt x="7334" y="28859"/>
                  <a:pt x="6014" y="25594"/>
                  <a:pt x="5068" y="22178"/>
                </a:cubicBezTo>
                <a:cubicBezTo>
                  <a:pt x="3409" y="16201"/>
                  <a:pt x="2793" y="10063"/>
                  <a:pt x="2597" y="3881"/>
                </a:cubicBezTo>
                <a:cubicBezTo>
                  <a:pt x="2436" y="2650"/>
                  <a:pt x="2650" y="1410"/>
                  <a:pt x="2490" y="178"/>
                </a:cubicBezTo>
                <a:cubicBezTo>
                  <a:pt x="2481" y="116"/>
                  <a:pt x="2472" y="62"/>
                  <a:pt x="24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53" name="Google Shape;1253;p33"/>
          <p:cNvSpPr/>
          <p:nvPr/>
        </p:nvSpPr>
        <p:spPr>
          <a:xfrm>
            <a:off x="8825292" y="1152676"/>
            <a:ext cx="2075125" cy="335776"/>
          </a:xfrm>
          <a:custGeom>
            <a:avLst/>
            <a:gdLst/>
            <a:ahLst/>
            <a:cxnLst/>
            <a:rect l="l" t="t" r="r" b="b"/>
            <a:pathLst>
              <a:path w="48594" h="7863" extrusionOk="0">
                <a:moveTo>
                  <a:pt x="31211" y="0"/>
                </a:moveTo>
                <a:cubicBezTo>
                  <a:pt x="30961" y="0"/>
                  <a:pt x="30710" y="4"/>
                  <a:pt x="30457" y="13"/>
                </a:cubicBezTo>
                <a:cubicBezTo>
                  <a:pt x="28280" y="84"/>
                  <a:pt x="26166" y="539"/>
                  <a:pt x="24052" y="1012"/>
                </a:cubicBezTo>
                <a:cubicBezTo>
                  <a:pt x="16157" y="2778"/>
                  <a:pt x="8368" y="4964"/>
                  <a:pt x="696" y="7533"/>
                </a:cubicBezTo>
                <a:cubicBezTo>
                  <a:pt x="447" y="7613"/>
                  <a:pt x="197" y="7676"/>
                  <a:pt x="1" y="7863"/>
                </a:cubicBezTo>
                <a:lnTo>
                  <a:pt x="464" y="7836"/>
                </a:lnTo>
                <a:cubicBezTo>
                  <a:pt x="625" y="7738"/>
                  <a:pt x="812" y="7827"/>
                  <a:pt x="964" y="7729"/>
                </a:cubicBezTo>
                <a:cubicBezTo>
                  <a:pt x="1098" y="7711"/>
                  <a:pt x="1232" y="7702"/>
                  <a:pt x="1365" y="7685"/>
                </a:cubicBezTo>
                <a:cubicBezTo>
                  <a:pt x="5157" y="7051"/>
                  <a:pt x="8975" y="6561"/>
                  <a:pt x="12793" y="6132"/>
                </a:cubicBezTo>
                <a:cubicBezTo>
                  <a:pt x="16112" y="5767"/>
                  <a:pt x="19439" y="5472"/>
                  <a:pt x="22776" y="5240"/>
                </a:cubicBezTo>
                <a:cubicBezTo>
                  <a:pt x="27522" y="4901"/>
                  <a:pt x="32277" y="4687"/>
                  <a:pt x="37032" y="4687"/>
                </a:cubicBezTo>
                <a:cubicBezTo>
                  <a:pt x="41037" y="4687"/>
                  <a:pt x="44811" y="5615"/>
                  <a:pt x="48317" y="7586"/>
                </a:cubicBezTo>
                <a:cubicBezTo>
                  <a:pt x="48593" y="7310"/>
                  <a:pt x="48263" y="7221"/>
                  <a:pt x="48147" y="7114"/>
                </a:cubicBezTo>
                <a:cubicBezTo>
                  <a:pt x="46881" y="5945"/>
                  <a:pt x="45534" y="4901"/>
                  <a:pt x="44097" y="3965"/>
                </a:cubicBezTo>
                <a:cubicBezTo>
                  <a:pt x="40151" y="1416"/>
                  <a:pt x="35884" y="0"/>
                  <a:pt x="312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254" name="Google Shape;1254;p33"/>
          <p:cNvGrpSpPr/>
          <p:nvPr/>
        </p:nvGrpSpPr>
        <p:grpSpPr>
          <a:xfrm>
            <a:off x="10061285" y="5423670"/>
            <a:ext cx="1179908" cy="715141"/>
            <a:chOff x="7867315" y="323427"/>
            <a:chExt cx="884931" cy="536356"/>
          </a:xfrm>
        </p:grpSpPr>
        <p:grpSp>
          <p:nvGrpSpPr>
            <p:cNvPr id="1255" name="Google Shape;1255;p33"/>
            <p:cNvGrpSpPr/>
            <p:nvPr/>
          </p:nvGrpSpPr>
          <p:grpSpPr>
            <a:xfrm flipH="1">
              <a:off x="7867315" y="323427"/>
              <a:ext cx="536838" cy="536356"/>
              <a:chOff x="3285550" y="1349075"/>
              <a:chExt cx="496475" cy="496075"/>
            </a:xfrm>
          </p:grpSpPr>
          <p:sp>
            <p:nvSpPr>
              <p:cNvPr id="1256" name="Google Shape;1256;p33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33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33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33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33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33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33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33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33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33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33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33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33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33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33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33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2" name="Google Shape;1272;p33"/>
            <p:cNvGrpSpPr/>
            <p:nvPr/>
          </p:nvGrpSpPr>
          <p:grpSpPr>
            <a:xfrm flipH="1">
              <a:off x="8215408" y="323427"/>
              <a:ext cx="536838" cy="536356"/>
              <a:chOff x="3285550" y="1349075"/>
              <a:chExt cx="496475" cy="496075"/>
            </a:xfrm>
          </p:grpSpPr>
          <p:sp>
            <p:nvSpPr>
              <p:cNvPr id="1273" name="Google Shape;1273;p33"/>
              <p:cNvSpPr/>
              <p:nvPr/>
            </p:nvSpPr>
            <p:spPr>
              <a:xfrm>
                <a:off x="3335950" y="1428050"/>
                <a:ext cx="381400" cy="321350"/>
              </a:xfrm>
              <a:custGeom>
                <a:avLst/>
                <a:gdLst/>
                <a:ahLst/>
                <a:cxnLst/>
                <a:rect l="l" t="t" r="r" b="b"/>
                <a:pathLst>
                  <a:path w="15256" h="12854" extrusionOk="0">
                    <a:moveTo>
                      <a:pt x="15057" y="0"/>
                    </a:moveTo>
                    <a:cubicBezTo>
                      <a:pt x="15025" y="0"/>
                      <a:pt x="14999" y="14"/>
                      <a:pt x="14979" y="34"/>
                    </a:cubicBezTo>
                    <a:cubicBezTo>
                      <a:pt x="10001" y="4200"/>
                      <a:pt x="5032" y="8375"/>
                      <a:pt x="72" y="12550"/>
                    </a:cubicBezTo>
                    <a:cubicBezTo>
                      <a:pt x="0" y="12613"/>
                      <a:pt x="9" y="12693"/>
                      <a:pt x="134" y="12854"/>
                    </a:cubicBezTo>
                    <a:cubicBezTo>
                      <a:pt x="5183" y="8616"/>
                      <a:pt x="10224" y="4379"/>
                      <a:pt x="15255" y="150"/>
                    </a:cubicBezTo>
                    <a:cubicBezTo>
                      <a:pt x="15177" y="39"/>
                      <a:pt x="15110" y="0"/>
                      <a:pt x="15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33"/>
              <p:cNvSpPr/>
              <p:nvPr/>
            </p:nvSpPr>
            <p:spPr>
              <a:xfrm>
                <a:off x="3354900" y="1449625"/>
                <a:ext cx="380500" cy="321400"/>
              </a:xfrm>
              <a:custGeom>
                <a:avLst/>
                <a:gdLst/>
                <a:ahLst/>
                <a:cxnLst/>
                <a:rect l="l" t="t" r="r" b="b"/>
                <a:pathLst>
                  <a:path w="15220" h="12856" extrusionOk="0">
                    <a:moveTo>
                      <a:pt x="15220" y="1"/>
                    </a:moveTo>
                    <a:lnTo>
                      <a:pt x="15220" y="1"/>
                    </a:lnTo>
                    <a:cubicBezTo>
                      <a:pt x="14881" y="72"/>
                      <a:pt x="14747" y="251"/>
                      <a:pt x="14587" y="384"/>
                    </a:cubicBezTo>
                    <a:cubicBezTo>
                      <a:pt x="11901" y="2632"/>
                      <a:pt x="9225" y="4889"/>
                      <a:pt x="6540" y="7138"/>
                    </a:cubicBezTo>
                    <a:cubicBezTo>
                      <a:pt x="4541" y="8824"/>
                      <a:pt x="2525" y="10501"/>
                      <a:pt x="527" y="12196"/>
                    </a:cubicBezTo>
                    <a:cubicBezTo>
                      <a:pt x="331" y="12356"/>
                      <a:pt x="63" y="12481"/>
                      <a:pt x="1" y="12856"/>
                    </a:cubicBezTo>
                    <a:cubicBezTo>
                      <a:pt x="875" y="12374"/>
                      <a:pt x="14863" y="572"/>
                      <a:pt x="152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33"/>
              <p:cNvSpPr/>
              <p:nvPr/>
            </p:nvSpPr>
            <p:spPr>
              <a:xfrm>
                <a:off x="3319225" y="1407925"/>
                <a:ext cx="3762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15051" h="12740" extrusionOk="0">
                    <a:moveTo>
                      <a:pt x="14916" y="0"/>
                    </a:moveTo>
                    <a:cubicBezTo>
                      <a:pt x="14622" y="36"/>
                      <a:pt x="14461" y="268"/>
                      <a:pt x="14265" y="438"/>
                    </a:cubicBezTo>
                    <a:cubicBezTo>
                      <a:pt x="12561" y="1856"/>
                      <a:pt x="10866" y="3283"/>
                      <a:pt x="9171" y="4711"/>
                    </a:cubicBezTo>
                    <a:cubicBezTo>
                      <a:pt x="6290" y="7128"/>
                      <a:pt x="3399" y="9546"/>
                      <a:pt x="527" y="11981"/>
                    </a:cubicBezTo>
                    <a:cubicBezTo>
                      <a:pt x="330" y="12142"/>
                      <a:pt x="0" y="12249"/>
                      <a:pt x="54" y="12740"/>
                    </a:cubicBezTo>
                    <a:cubicBezTo>
                      <a:pt x="5112" y="8493"/>
                      <a:pt x="10081" y="4318"/>
                      <a:pt x="15050" y="143"/>
                    </a:cubicBezTo>
                    <a:cubicBezTo>
                      <a:pt x="15005" y="99"/>
                      <a:pt x="14961" y="45"/>
                      <a:pt x="149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33"/>
              <p:cNvSpPr/>
              <p:nvPr/>
            </p:nvSpPr>
            <p:spPr>
              <a:xfrm>
                <a:off x="3305400" y="1388750"/>
                <a:ext cx="364875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2330" extrusionOk="0">
                    <a:moveTo>
                      <a:pt x="14595" y="0"/>
                    </a:moveTo>
                    <a:cubicBezTo>
                      <a:pt x="14265" y="54"/>
                      <a:pt x="14131" y="232"/>
                      <a:pt x="13970" y="366"/>
                    </a:cubicBezTo>
                    <a:cubicBezTo>
                      <a:pt x="11490" y="2445"/>
                      <a:pt x="9010" y="4532"/>
                      <a:pt x="6530" y="6611"/>
                    </a:cubicBezTo>
                    <a:cubicBezTo>
                      <a:pt x="4505" y="8315"/>
                      <a:pt x="2480" y="10019"/>
                      <a:pt x="455" y="11722"/>
                    </a:cubicBezTo>
                    <a:cubicBezTo>
                      <a:pt x="286" y="11865"/>
                      <a:pt x="0" y="11972"/>
                      <a:pt x="54" y="12329"/>
                    </a:cubicBezTo>
                    <a:cubicBezTo>
                      <a:pt x="1151" y="11642"/>
                      <a:pt x="14265" y="536"/>
                      <a:pt x="14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33"/>
              <p:cNvSpPr/>
              <p:nvPr/>
            </p:nvSpPr>
            <p:spPr>
              <a:xfrm>
                <a:off x="3378325" y="1476850"/>
                <a:ext cx="372475" cy="313200"/>
              </a:xfrm>
              <a:custGeom>
                <a:avLst/>
                <a:gdLst/>
                <a:ahLst/>
                <a:cxnLst/>
                <a:rect l="l" t="t" r="r" b="b"/>
                <a:pathLst>
                  <a:path w="14899" h="12528" extrusionOk="0">
                    <a:moveTo>
                      <a:pt x="14854" y="0"/>
                    </a:moveTo>
                    <a:lnTo>
                      <a:pt x="14854" y="0"/>
                    </a:lnTo>
                    <a:cubicBezTo>
                      <a:pt x="14238" y="259"/>
                      <a:pt x="339" y="11945"/>
                      <a:pt x="0" y="12481"/>
                    </a:cubicBezTo>
                    <a:cubicBezTo>
                      <a:pt x="33" y="12514"/>
                      <a:pt x="69" y="12528"/>
                      <a:pt x="103" y="12528"/>
                    </a:cubicBezTo>
                    <a:cubicBezTo>
                      <a:pt x="142" y="12528"/>
                      <a:pt x="181" y="12509"/>
                      <a:pt x="214" y="12481"/>
                    </a:cubicBezTo>
                    <a:cubicBezTo>
                      <a:pt x="5085" y="8395"/>
                      <a:pt x="9947" y="4300"/>
                      <a:pt x="14818" y="205"/>
                    </a:cubicBezTo>
                    <a:cubicBezTo>
                      <a:pt x="14881" y="161"/>
                      <a:pt x="14898" y="80"/>
                      <a:pt x="148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33"/>
              <p:cNvSpPr/>
              <p:nvPr/>
            </p:nvSpPr>
            <p:spPr>
              <a:xfrm>
                <a:off x="3401750" y="1501825"/>
                <a:ext cx="358850" cy="305775"/>
              </a:xfrm>
              <a:custGeom>
                <a:avLst/>
                <a:gdLst/>
                <a:ahLst/>
                <a:cxnLst/>
                <a:rect l="l" t="t" r="r" b="b"/>
                <a:pathLst>
                  <a:path w="14354" h="12231" extrusionOk="0">
                    <a:moveTo>
                      <a:pt x="14354" y="0"/>
                    </a:moveTo>
                    <a:lnTo>
                      <a:pt x="14354" y="0"/>
                    </a:lnTo>
                    <a:cubicBezTo>
                      <a:pt x="9786" y="3836"/>
                      <a:pt x="5228" y="7663"/>
                      <a:pt x="669" y="11499"/>
                    </a:cubicBezTo>
                    <a:cubicBezTo>
                      <a:pt x="446" y="11687"/>
                      <a:pt x="232" y="11892"/>
                      <a:pt x="18" y="12088"/>
                    </a:cubicBezTo>
                    <a:cubicBezTo>
                      <a:pt x="0" y="12097"/>
                      <a:pt x="9" y="12142"/>
                      <a:pt x="18" y="12168"/>
                    </a:cubicBezTo>
                    <a:cubicBezTo>
                      <a:pt x="21" y="12201"/>
                      <a:pt x="30" y="12211"/>
                      <a:pt x="41" y="12211"/>
                    </a:cubicBezTo>
                    <a:cubicBezTo>
                      <a:pt x="54" y="12211"/>
                      <a:pt x="70" y="12194"/>
                      <a:pt x="75" y="12194"/>
                    </a:cubicBezTo>
                    <a:cubicBezTo>
                      <a:pt x="78" y="12194"/>
                      <a:pt x="75" y="12203"/>
                      <a:pt x="62" y="12231"/>
                    </a:cubicBezTo>
                    <a:cubicBezTo>
                      <a:pt x="714" y="11919"/>
                      <a:pt x="14131" y="625"/>
                      <a:pt x="143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33"/>
              <p:cNvSpPr/>
              <p:nvPr/>
            </p:nvSpPr>
            <p:spPr>
              <a:xfrm>
                <a:off x="3293800" y="1370900"/>
                <a:ext cx="349725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1848" extrusionOk="0">
                    <a:moveTo>
                      <a:pt x="13881" y="1"/>
                    </a:moveTo>
                    <a:lnTo>
                      <a:pt x="13881" y="1"/>
                    </a:lnTo>
                    <a:cubicBezTo>
                      <a:pt x="9207" y="3926"/>
                      <a:pt x="4604" y="7798"/>
                      <a:pt x="0" y="11669"/>
                    </a:cubicBezTo>
                    <a:cubicBezTo>
                      <a:pt x="45" y="11723"/>
                      <a:pt x="98" y="11785"/>
                      <a:pt x="143" y="11848"/>
                    </a:cubicBezTo>
                    <a:cubicBezTo>
                      <a:pt x="420" y="11750"/>
                      <a:pt x="607" y="11527"/>
                      <a:pt x="821" y="11348"/>
                    </a:cubicBezTo>
                    <a:cubicBezTo>
                      <a:pt x="2810" y="9680"/>
                      <a:pt x="4791" y="8021"/>
                      <a:pt x="6771" y="6352"/>
                    </a:cubicBezTo>
                    <a:cubicBezTo>
                      <a:pt x="9019" y="4461"/>
                      <a:pt x="11276" y="2579"/>
                      <a:pt x="13516" y="679"/>
                    </a:cubicBezTo>
                    <a:cubicBezTo>
                      <a:pt x="13685" y="536"/>
                      <a:pt x="13988" y="438"/>
                      <a:pt x="13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33"/>
              <p:cNvSpPr/>
              <p:nvPr/>
            </p:nvSpPr>
            <p:spPr>
              <a:xfrm>
                <a:off x="3425375" y="1531700"/>
                <a:ext cx="348400" cy="29122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11649" extrusionOk="0">
                    <a:moveTo>
                      <a:pt x="13828" y="1"/>
                    </a:moveTo>
                    <a:cubicBezTo>
                      <a:pt x="9252" y="3837"/>
                      <a:pt x="4693" y="7673"/>
                      <a:pt x="1" y="11616"/>
                    </a:cubicBezTo>
                    <a:cubicBezTo>
                      <a:pt x="206" y="11629"/>
                      <a:pt x="296" y="11648"/>
                      <a:pt x="339" y="11648"/>
                    </a:cubicBezTo>
                    <a:cubicBezTo>
                      <a:pt x="352" y="11648"/>
                      <a:pt x="360" y="11647"/>
                      <a:pt x="366" y="11643"/>
                    </a:cubicBezTo>
                    <a:cubicBezTo>
                      <a:pt x="4693" y="8021"/>
                      <a:pt x="9020" y="4408"/>
                      <a:pt x="13347" y="786"/>
                    </a:cubicBezTo>
                    <a:cubicBezTo>
                      <a:pt x="13543" y="616"/>
                      <a:pt x="13784" y="473"/>
                      <a:pt x="13917" y="233"/>
                    </a:cubicBezTo>
                    <a:cubicBezTo>
                      <a:pt x="13926" y="206"/>
                      <a:pt x="13935" y="179"/>
                      <a:pt x="13926" y="152"/>
                    </a:cubicBezTo>
                    <a:cubicBezTo>
                      <a:pt x="13926" y="134"/>
                      <a:pt x="13900" y="108"/>
                      <a:pt x="138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33"/>
              <p:cNvSpPr/>
              <p:nvPr/>
            </p:nvSpPr>
            <p:spPr>
              <a:xfrm>
                <a:off x="3286650" y="1363575"/>
                <a:ext cx="327000" cy="27185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74" extrusionOk="0">
                    <a:moveTo>
                      <a:pt x="12852" y="0"/>
                    </a:moveTo>
                    <a:cubicBezTo>
                      <a:pt x="12608" y="0"/>
                      <a:pt x="12477" y="176"/>
                      <a:pt x="12330" y="303"/>
                    </a:cubicBezTo>
                    <a:cubicBezTo>
                      <a:pt x="9011" y="3086"/>
                      <a:pt x="5692" y="5869"/>
                      <a:pt x="2383" y="8653"/>
                    </a:cubicBezTo>
                    <a:cubicBezTo>
                      <a:pt x="1687" y="9232"/>
                      <a:pt x="991" y="9821"/>
                      <a:pt x="304" y="10401"/>
                    </a:cubicBezTo>
                    <a:cubicBezTo>
                      <a:pt x="170" y="10517"/>
                      <a:pt x="1" y="10615"/>
                      <a:pt x="188" y="10874"/>
                    </a:cubicBezTo>
                    <a:cubicBezTo>
                      <a:pt x="4506" y="7243"/>
                      <a:pt x="8788" y="3648"/>
                      <a:pt x="13079" y="44"/>
                    </a:cubicBezTo>
                    <a:cubicBezTo>
                      <a:pt x="12993" y="13"/>
                      <a:pt x="12918" y="0"/>
                      <a:pt x="128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33"/>
              <p:cNvSpPr/>
              <p:nvPr/>
            </p:nvSpPr>
            <p:spPr>
              <a:xfrm>
                <a:off x="3460175" y="1564050"/>
                <a:ext cx="320500" cy="268375"/>
              </a:xfrm>
              <a:custGeom>
                <a:avLst/>
                <a:gdLst/>
                <a:ahLst/>
                <a:cxnLst/>
                <a:rect l="l" t="t" r="r" b="b"/>
                <a:pathLst>
                  <a:path w="12820" h="10735" extrusionOk="0">
                    <a:moveTo>
                      <a:pt x="12731" y="0"/>
                    </a:moveTo>
                    <a:cubicBezTo>
                      <a:pt x="8440" y="3595"/>
                      <a:pt x="4220" y="7146"/>
                      <a:pt x="0" y="10688"/>
                    </a:cubicBezTo>
                    <a:cubicBezTo>
                      <a:pt x="92" y="10721"/>
                      <a:pt x="170" y="10735"/>
                      <a:pt x="240" y="10735"/>
                    </a:cubicBezTo>
                    <a:cubicBezTo>
                      <a:pt x="488" y="10735"/>
                      <a:pt x="614" y="10554"/>
                      <a:pt x="768" y="10429"/>
                    </a:cubicBezTo>
                    <a:cubicBezTo>
                      <a:pt x="2837" y="8689"/>
                      <a:pt x="4898" y="6950"/>
                      <a:pt x="6959" y="5219"/>
                    </a:cubicBezTo>
                    <a:cubicBezTo>
                      <a:pt x="8761" y="3702"/>
                      <a:pt x="10563" y="2195"/>
                      <a:pt x="12365" y="678"/>
                    </a:cubicBezTo>
                    <a:cubicBezTo>
                      <a:pt x="12534" y="535"/>
                      <a:pt x="12820" y="428"/>
                      <a:pt x="127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33"/>
              <p:cNvSpPr/>
              <p:nvPr/>
            </p:nvSpPr>
            <p:spPr>
              <a:xfrm>
                <a:off x="3285550" y="1353125"/>
                <a:ext cx="29485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9936" extrusionOk="0">
                    <a:moveTo>
                      <a:pt x="11559" y="1"/>
                    </a:moveTo>
                    <a:cubicBezTo>
                      <a:pt x="11350" y="1"/>
                      <a:pt x="11267" y="101"/>
                      <a:pt x="11178" y="176"/>
                    </a:cubicBezTo>
                    <a:cubicBezTo>
                      <a:pt x="10277" y="935"/>
                      <a:pt x="9376" y="1684"/>
                      <a:pt x="8475" y="2442"/>
                    </a:cubicBezTo>
                    <a:cubicBezTo>
                      <a:pt x="5799" y="4690"/>
                      <a:pt x="3123" y="6938"/>
                      <a:pt x="446" y="9187"/>
                    </a:cubicBezTo>
                    <a:cubicBezTo>
                      <a:pt x="268" y="9347"/>
                      <a:pt x="0" y="9463"/>
                      <a:pt x="0" y="9936"/>
                    </a:cubicBezTo>
                    <a:cubicBezTo>
                      <a:pt x="3979" y="6599"/>
                      <a:pt x="7851" y="3352"/>
                      <a:pt x="11794" y="34"/>
                    </a:cubicBezTo>
                    <a:cubicBezTo>
                      <a:pt x="11701" y="10"/>
                      <a:pt x="11624" y="1"/>
                      <a:pt x="11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33"/>
              <p:cNvSpPr/>
              <p:nvPr/>
            </p:nvSpPr>
            <p:spPr>
              <a:xfrm>
                <a:off x="3496300" y="1601500"/>
                <a:ext cx="285725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1429" h="9652" extrusionOk="0">
                    <a:moveTo>
                      <a:pt x="11348" y="1"/>
                    </a:moveTo>
                    <a:cubicBezTo>
                      <a:pt x="7539" y="3195"/>
                      <a:pt x="3765" y="6344"/>
                      <a:pt x="1" y="9529"/>
                    </a:cubicBezTo>
                    <a:cubicBezTo>
                      <a:pt x="94" y="9622"/>
                      <a:pt x="163" y="9652"/>
                      <a:pt x="215" y="9652"/>
                    </a:cubicBezTo>
                    <a:cubicBezTo>
                      <a:pt x="253" y="9652"/>
                      <a:pt x="281" y="9636"/>
                      <a:pt x="304" y="9618"/>
                    </a:cubicBezTo>
                    <a:cubicBezTo>
                      <a:pt x="3988" y="6522"/>
                      <a:pt x="7673" y="3427"/>
                      <a:pt x="11357" y="331"/>
                    </a:cubicBezTo>
                    <a:cubicBezTo>
                      <a:pt x="11428" y="277"/>
                      <a:pt x="11428" y="197"/>
                      <a:pt x="11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33"/>
              <p:cNvSpPr/>
              <p:nvPr/>
            </p:nvSpPr>
            <p:spPr>
              <a:xfrm>
                <a:off x="3289550" y="1349075"/>
                <a:ext cx="247600" cy="210300"/>
              </a:xfrm>
              <a:custGeom>
                <a:avLst/>
                <a:gdLst/>
                <a:ahLst/>
                <a:cxnLst/>
                <a:rect l="l" t="t" r="r" b="b"/>
                <a:pathLst>
                  <a:path w="9904" h="8412" extrusionOk="0">
                    <a:moveTo>
                      <a:pt x="9664" y="0"/>
                    </a:moveTo>
                    <a:cubicBezTo>
                      <a:pt x="9641" y="0"/>
                      <a:pt x="9622" y="6"/>
                      <a:pt x="9609" y="17"/>
                    </a:cubicBezTo>
                    <a:cubicBezTo>
                      <a:pt x="6469" y="2631"/>
                      <a:pt x="3337" y="5254"/>
                      <a:pt x="197" y="7877"/>
                    </a:cubicBezTo>
                    <a:cubicBezTo>
                      <a:pt x="99" y="7966"/>
                      <a:pt x="1" y="8055"/>
                      <a:pt x="19" y="8412"/>
                    </a:cubicBezTo>
                    <a:cubicBezTo>
                      <a:pt x="3373" y="5593"/>
                      <a:pt x="6638" y="2845"/>
                      <a:pt x="9903" y="106"/>
                    </a:cubicBezTo>
                    <a:cubicBezTo>
                      <a:pt x="9797" y="32"/>
                      <a:pt x="9718" y="0"/>
                      <a:pt x="96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33"/>
              <p:cNvSpPr/>
              <p:nvPr/>
            </p:nvSpPr>
            <p:spPr>
              <a:xfrm>
                <a:off x="3538900" y="1645225"/>
                <a:ext cx="238000" cy="199925"/>
              </a:xfrm>
              <a:custGeom>
                <a:avLst/>
                <a:gdLst/>
                <a:ahLst/>
                <a:cxnLst/>
                <a:rect l="l" t="t" r="r" b="b"/>
                <a:pathLst>
                  <a:path w="9520" h="7997" extrusionOk="0">
                    <a:moveTo>
                      <a:pt x="9501" y="0"/>
                    </a:moveTo>
                    <a:lnTo>
                      <a:pt x="9501" y="0"/>
                    </a:lnTo>
                    <a:cubicBezTo>
                      <a:pt x="8832" y="429"/>
                      <a:pt x="473" y="7458"/>
                      <a:pt x="0" y="7985"/>
                    </a:cubicBezTo>
                    <a:cubicBezTo>
                      <a:pt x="46" y="7993"/>
                      <a:pt x="88" y="7996"/>
                      <a:pt x="127" y="7996"/>
                    </a:cubicBezTo>
                    <a:cubicBezTo>
                      <a:pt x="443" y="7996"/>
                      <a:pt x="575" y="7762"/>
                      <a:pt x="750" y="7619"/>
                    </a:cubicBezTo>
                    <a:cubicBezTo>
                      <a:pt x="2168" y="6450"/>
                      <a:pt x="3578" y="5264"/>
                      <a:pt x="4987" y="4077"/>
                    </a:cubicBezTo>
                    <a:cubicBezTo>
                      <a:pt x="6334" y="2944"/>
                      <a:pt x="7681" y="1811"/>
                      <a:pt x="9029" y="670"/>
                    </a:cubicBezTo>
                    <a:cubicBezTo>
                      <a:pt x="9225" y="509"/>
                      <a:pt x="9519" y="384"/>
                      <a:pt x="9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33"/>
              <p:cNvSpPr/>
              <p:nvPr/>
            </p:nvSpPr>
            <p:spPr>
              <a:xfrm>
                <a:off x="3302275" y="1356400"/>
                <a:ext cx="177550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6076" extrusionOk="0">
                    <a:moveTo>
                      <a:pt x="7101" y="1"/>
                    </a:moveTo>
                    <a:cubicBezTo>
                      <a:pt x="6450" y="268"/>
                      <a:pt x="393" y="5380"/>
                      <a:pt x="0" y="6076"/>
                    </a:cubicBezTo>
                    <a:cubicBezTo>
                      <a:pt x="1776" y="4827"/>
                      <a:pt x="6825" y="491"/>
                      <a:pt x="71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33"/>
              <p:cNvSpPr/>
              <p:nvPr/>
            </p:nvSpPr>
            <p:spPr>
              <a:xfrm>
                <a:off x="3592875" y="1695625"/>
                <a:ext cx="166625" cy="1414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658" extrusionOk="0">
                    <a:moveTo>
                      <a:pt x="6664" y="1"/>
                    </a:moveTo>
                    <a:cubicBezTo>
                      <a:pt x="4390" y="1910"/>
                      <a:pt x="2213" y="3738"/>
                      <a:pt x="0" y="5603"/>
                    </a:cubicBezTo>
                    <a:cubicBezTo>
                      <a:pt x="87" y="5641"/>
                      <a:pt x="161" y="5657"/>
                      <a:pt x="226" y="5657"/>
                    </a:cubicBezTo>
                    <a:cubicBezTo>
                      <a:pt x="403" y="5657"/>
                      <a:pt x="514" y="5540"/>
                      <a:pt x="625" y="5442"/>
                    </a:cubicBezTo>
                    <a:cubicBezTo>
                      <a:pt x="2534" y="3846"/>
                      <a:pt x="4443" y="2249"/>
                      <a:pt x="6343" y="652"/>
                    </a:cubicBezTo>
                    <a:cubicBezTo>
                      <a:pt x="6495" y="527"/>
                      <a:pt x="6664" y="393"/>
                      <a:pt x="66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9" name="Google Shape;1289;p33"/>
          <p:cNvSpPr/>
          <p:nvPr/>
        </p:nvSpPr>
        <p:spPr>
          <a:xfrm>
            <a:off x="8556037" y="532900"/>
            <a:ext cx="372800" cy="3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0" name="Google Shape;1290;p33"/>
          <p:cNvSpPr/>
          <p:nvPr/>
        </p:nvSpPr>
        <p:spPr>
          <a:xfrm>
            <a:off x="7293367" y="5636300"/>
            <a:ext cx="502800" cy="502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291" name="Google Shape;1291;p33"/>
          <p:cNvGrpSpPr/>
          <p:nvPr/>
        </p:nvGrpSpPr>
        <p:grpSpPr>
          <a:xfrm rot="-3600263">
            <a:off x="5747240" y="4523624"/>
            <a:ext cx="466763" cy="930603"/>
            <a:chOff x="6299050" y="981775"/>
            <a:chExt cx="582600" cy="1161550"/>
          </a:xfrm>
        </p:grpSpPr>
        <p:sp>
          <p:nvSpPr>
            <p:cNvPr id="1292" name="Google Shape;1292;p33"/>
            <p:cNvSpPr/>
            <p:nvPr/>
          </p:nvSpPr>
          <p:spPr>
            <a:xfrm>
              <a:off x="6299050" y="1639325"/>
              <a:ext cx="582600" cy="504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6299050" y="981775"/>
              <a:ext cx="582600" cy="504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6299050" y="1311425"/>
              <a:ext cx="582600" cy="504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33"/>
          <p:cNvSpPr/>
          <p:nvPr/>
        </p:nvSpPr>
        <p:spPr>
          <a:xfrm>
            <a:off x="6267534" y="6313374"/>
            <a:ext cx="5924703" cy="544297"/>
          </a:xfrm>
          <a:custGeom>
            <a:avLst/>
            <a:gdLst/>
            <a:ahLst/>
            <a:cxnLst/>
            <a:rect l="l" t="t" r="r" b="b"/>
            <a:pathLst>
              <a:path w="138741" h="12746" extrusionOk="0">
                <a:moveTo>
                  <a:pt x="137154" y="1"/>
                </a:moveTo>
                <a:cubicBezTo>
                  <a:pt x="135649" y="1"/>
                  <a:pt x="134156" y="160"/>
                  <a:pt x="132683" y="470"/>
                </a:cubicBezTo>
                <a:cubicBezTo>
                  <a:pt x="128107" y="1443"/>
                  <a:pt x="123548" y="2460"/>
                  <a:pt x="118936" y="3191"/>
                </a:cubicBezTo>
                <a:cubicBezTo>
                  <a:pt x="114841" y="3833"/>
                  <a:pt x="110738" y="4395"/>
                  <a:pt x="106625" y="4859"/>
                </a:cubicBezTo>
                <a:cubicBezTo>
                  <a:pt x="103065" y="5261"/>
                  <a:pt x="99497" y="5582"/>
                  <a:pt x="95929" y="5885"/>
                </a:cubicBezTo>
                <a:cubicBezTo>
                  <a:pt x="91584" y="6251"/>
                  <a:pt x="87240" y="6528"/>
                  <a:pt x="82886" y="6768"/>
                </a:cubicBezTo>
                <a:cubicBezTo>
                  <a:pt x="79228" y="6974"/>
                  <a:pt x="75562" y="7134"/>
                  <a:pt x="71904" y="7241"/>
                </a:cubicBezTo>
                <a:cubicBezTo>
                  <a:pt x="66935" y="7384"/>
                  <a:pt x="61957" y="7500"/>
                  <a:pt x="56979" y="7553"/>
                </a:cubicBezTo>
                <a:cubicBezTo>
                  <a:pt x="54263" y="7586"/>
                  <a:pt x="51545" y="7605"/>
                  <a:pt x="48827" y="7605"/>
                </a:cubicBezTo>
                <a:cubicBezTo>
                  <a:pt x="45555" y="7605"/>
                  <a:pt x="42282" y="7577"/>
                  <a:pt x="39012" y="7509"/>
                </a:cubicBezTo>
                <a:cubicBezTo>
                  <a:pt x="37892" y="7484"/>
                  <a:pt x="36771" y="7471"/>
                  <a:pt x="35651" y="7471"/>
                </a:cubicBezTo>
                <a:cubicBezTo>
                  <a:pt x="31636" y="7471"/>
                  <a:pt x="27625" y="7627"/>
                  <a:pt x="23615" y="7892"/>
                </a:cubicBezTo>
                <a:cubicBezTo>
                  <a:pt x="18860" y="8205"/>
                  <a:pt x="14140" y="8740"/>
                  <a:pt x="9475" y="9695"/>
                </a:cubicBezTo>
                <a:cubicBezTo>
                  <a:pt x="6513" y="10292"/>
                  <a:pt x="3596" y="11059"/>
                  <a:pt x="812" y="12273"/>
                </a:cubicBezTo>
                <a:cubicBezTo>
                  <a:pt x="527" y="12398"/>
                  <a:pt x="197" y="12451"/>
                  <a:pt x="1" y="12746"/>
                </a:cubicBezTo>
                <a:lnTo>
                  <a:pt x="138741" y="12746"/>
                </a:lnTo>
                <a:lnTo>
                  <a:pt x="138741" y="60"/>
                </a:lnTo>
                <a:cubicBezTo>
                  <a:pt x="138210" y="20"/>
                  <a:pt x="137681" y="1"/>
                  <a:pt x="13715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6" name="Google Shape;1296;p33"/>
          <p:cNvSpPr/>
          <p:nvPr/>
        </p:nvSpPr>
        <p:spPr>
          <a:xfrm>
            <a:off x="11689747" y="2881221"/>
            <a:ext cx="274668" cy="1328800"/>
          </a:xfrm>
          <a:custGeom>
            <a:avLst/>
            <a:gdLst/>
            <a:ahLst/>
            <a:cxnLst/>
            <a:rect l="l" t="t" r="r" b="b"/>
            <a:pathLst>
              <a:path w="6432" h="31117" extrusionOk="0">
                <a:moveTo>
                  <a:pt x="98" y="0"/>
                </a:moveTo>
                <a:cubicBezTo>
                  <a:pt x="89" y="18"/>
                  <a:pt x="71" y="72"/>
                  <a:pt x="71" y="72"/>
                </a:cubicBezTo>
                <a:cubicBezTo>
                  <a:pt x="153" y="101"/>
                  <a:pt x="0" y="149"/>
                  <a:pt x="8" y="149"/>
                </a:cubicBezTo>
                <a:cubicBezTo>
                  <a:pt x="9" y="149"/>
                  <a:pt x="18" y="147"/>
                  <a:pt x="36" y="143"/>
                </a:cubicBezTo>
                <a:cubicBezTo>
                  <a:pt x="865" y="4122"/>
                  <a:pt x="1525" y="8127"/>
                  <a:pt x="2016" y="12159"/>
                </a:cubicBezTo>
                <a:cubicBezTo>
                  <a:pt x="2533" y="16352"/>
                  <a:pt x="2872" y="20563"/>
                  <a:pt x="3069" y="24783"/>
                </a:cubicBezTo>
                <a:cubicBezTo>
                  <a:pt x="3167" y="26888"/>
                  <a:pt x="3211" y="29002"/>
                  <a:pt x="3274" y="31117"/>
                </a:cubicBezTo>
                <a:cubicBezTo>
                  <a:pt x="3488" y="30992"/>
                  <a:pt x="3622" y="30787"/>
                  <a:pt x="3765" y="30599"/>
                </a:cubicBezTo>
                <a:cubicBezTo>
                  <a:pt x="5781" y="27860"/>
                  <a:pt x="6432" y="24783"/>
                  <a:pt x="5888" y="21482"/>
                </a:cubicBezTo>
                <a:cubicBezTo>
                  <a:pt x="5272" y="17762"/>
                  <a:pt x="4327" y="14113"/>
                  <a:pt x="3363" y="10473"/>
                </a:cubicBezTo>
                <a:cubicBezTo>
                  <a:pt x="2489" y="7146"/>
                  <a:pt x="1508" y="3845"/>
                  <a:pt x="401" y="589"/>
                </a:cubicBezTo>
                <a:cubicBezTo>
                  <a:pt x="330" y="375"/>
                  <a:pt x="321" y="134"/>
                  <a:pt x="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7" name="Google Shape;1297;p33"/>
          <p:cNvSpPr/>
          <p:nvPr/>
        </p:nvSpPr>
        <p:spPr>
          <a:xfrm>
            <a:off x="11684751" y="2852995"/>
            <a:ext cx="6917" cy="13024"/>
          </a:xfrm>
          <a:custGeom>
            <a:avLst/>
            <a:gdLst/>
            <a:ahLst/>
            <a:cxnLst/>
            <a:rect l="l" t="t" r="r" b="b"/>
            <a:pathLst>
              <a:path w="162" h="305" extrusionOk="0">
                <a:moveTo>
                  <a:pt x="1" y="1"/>
                </a:moveTo>
                <a:lnTo>
                  <a:pt x="1" y="1"/>
                </a:lnTo>
                <a:cubicBezTo>
                  <a:pt x="10" y="99"/>
                  <a:pt x="19" y="197"/>
                  <a:pt x="28" y="304"/>
                </a:cubicBezTo>
                <a:cubicBezTo>
                  <a:pt x="161" y="188"/>
                  <a:pt x="63" y="99"/>
                  <a:pt x="1" y="1"/>
                </a:cubicBezTo>
                <a:close/>
              </a:path>
            </a:pathLst>
          </a:custGeom>
          <a:solidFill>
            <a:srgbClr val="6D33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8" name="Google Shape;1298;p33"/>
          <p:cNvSpPr/>
          <p:nvPr/>
        </p:nvSpPr>
        <p:spPr>
          <a:xfrm>
            <a:off x="6552493" y="2894160"/>
            <a:ext cx="11487" cy="158131"/>
          </a:xfrm>
          <a:custGeom>
            <a:avLst/>
            <a:gdLst/>
            <a:ahLst/>
            <a:cxnLst/>
            <a:rect l="l" t="t" r="r" b="b"/>
            <a:pathLst>
              <a:path w="269" h="3703" extrusionOk="0">
                <a:moveTo>
                  <a:pt x="99" y="0"/>
                </a:moveTo>
                <a:cubicBezTo>
                  <a:pt x="45" y="1232"/>
                  <a:pt x="1" y="2472"/>
                  <a:pt x="206" y="3703"/>
                </a:cubicBezTo>
                <a:cubicBezTo>
                  <a:pt x="268" y="2463"/>
                  <a:pt x="268" y="1232"/>
                  <a:pt x="99" y="0"/>
                </a:cubicBezTo>
                <a:close/>
              </a:path>
            </a:pathLst>
          </a:custGeom>
          <a:solidFill>
            <a:srgbClr val="C4B08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9" name="Google Shape;1299;p33"/>
          <p:cNvSpPr/>
          <p:nvPr/>
        </p:nvSpPr>
        <p:spPr>
          <a:xfrm>
            <a:off x="8845107" y="1481450"/>
            <a:ext cx="21352" cy="7004"/>
          </a:xfrm>
          <a:custGeom>
            <a:avLst/>
            <a:gdLst/>
            <a:ahLst/>
            <a:cxnLst/>
            <a:rect l="l" t="t" r="r" b="b"/>
            <a:pathLst>
              <a:path w="500" h="164" extrusionOk="0">
                <a:moveTo>
                  <a:pt x="329" y="0"/>
                </a:moveTo>
                <a:cubicBezTo>
                  <a:pt x="211" y="0"/>
                  <a:pt x="104" y="46"/>
                  <a:pt x="0" y="137"/>
                </a:cubicBezTo>
                <a:cubicBezTo>
                  <a:pt x="57" y="155"/>
                  <a:pt x="111" y="164"/>
                  <a:pt x="162" y="164"/>
                </a:cubicBezTo>
                <a:cubicBezTo>
                  <a:pt x="288" y="164"/>
                  <a:pt x="398" y="113"/>
                  <a:pt x="500" y="30"/>
                </a:cubicBezTo>
                <a:cubicBezTo>
                  <a:pt x="440" y="10"/>
                  <a:pt x="383" y="0"/>
                  <a:pt x="329" y="0"/>
                </a:cubicBezTo>
                <a:close/>
              </a:path>
            </a:pathLst>
          </a:custGeom>
          <a:solidFill>
            <a:srgbClr val="C4B08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00" name="Google Shape;1300;p33"/>
          <p:cNvSpPr txBox="1">
            <a:spLocks noGrp="1"/>
          </p:cNvSpPr>
          <p:nvPr>
            <p:ph type="title"/>
          </p:nvPr>
        </p:nvSpPr>
        <p:spPr>
          <a:xfrm>
            <a:off x="604119" y="2767638"/>
            <a:ext cx="4406687" cy="235297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App Architecture</a:t>
            </a:r>
          </a:p>
        </p:txBody>
      </p:sp>
      <p:sp>
        <p:nvSpPr>
          <p:cNvPr id="1301" name="Google Shape;1301;p33"/>
          <p:cNvSpPr txBox="1">
            <a:spLocks noGrp="1"/>
          </p:cNvSpPr>
          <p:nvPr>
            <p:ph type="title" idx="2"/>
          </p:nvPr>
        </p:nvSpPr>
        <p:spPr>
          <a:xfrm>
            <a:off x="2216200" y="1659384"/>
            <a:ext cx="1219200" cy="141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grpSp>
        <p:nvGrpSpPr>
          <p:cNvPr id="1303" name="Google Shape;1303;p33"/>
          <p:cNvGrpSpPr/>
          <p:nvPr/>
        </p:nvGrpSpPr>
        <p:grpSpPr>
          <a:xfrm>
            <a:off x="5619745" y="719276"/>
            <a:ext cx="721743" cy="721227"/>
            <a:chOff x="3285550" y="1349075"/>
            <a:chExt cx="496475" cy="496075"/>
          </a:xfrm>
        </p:grpSpPr>
        <p:sp>
          <p:nvSpPr>
            <p:cNvPr id="1304" name="Google Shape;1304;p33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33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33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33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6558859" y="525764"/>
            <a:ext cx="4459523" cy="148976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l"/>
            <a:r>
              <a:rPr lang="en-GB" sz="3000" dirty="0"/>
              <a:t>User Registration: Sign Up with Username, Email, and Password</a:t>
            </a:r>
            <a:endParaRPr lang="en-US"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6" name="Picture 5" descr="A group of cell phones with login form">
            <a:extLst>
              <a:ext uri="{FF2B5EF4-FFF2-40B4-BE49-F238E27FC236}">
                <a16:creationId xmlns:a16="http://schemas.microsoft.com/office/drawing/2014/main" id="{BCA27B53-911E-CF09-D992-2CA72AEFB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142" y="1778675"/>
            <a:ext cx="6591578" cy="4596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FE53C8-99E7-23CD-3EC8-1046AF288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323" y="1334166"/>
            <a:ext cx="2166503" cy="4695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2B9B14-6DCA-71CA-A093-045ED7616419}"/>
              </a:ext>
            </a:extLst>
          </p:cNvPr>
          <p:cNvSpPr txBox="1"/>
          <p:nvPr/>
        </p:nvSpPr>
        <p:spPr>
          <a:xfrm>
            <a:off x="1714323" y="828064"/>
            <a:ext cx="263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application look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46967-7F9D-4931-F40B-582C240AB9D4}"/>
              </a:ext>
            </a:extLst>
          </p:cNvPr>
          <p:cNvSpPr txBox="1"/>
          <p:nvPr/>
        </p:nvSpPr>
        <p:spPr>
          <a:xfrm>
            <a:off x="4159045" y="3559277"/>
            <a:ext cx="1100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Icon of the app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9A6C87-02F2-FD27-E04F-81F1063FF3AE}"/>
              </a:ext>
            </a:extLst>
          </p:cNvPr>
          <p:cNvCxnSpPr>
            <a:stCxn id="9" idx="1"/>
          </p:cNvCxnSpPr>
          <p:nvPr/>
        </p:nvCxnSpPr>
        <p:spPr>
          <a:xfrm flipH="1">
            <a:off x="3293806" y="3882443"/>
            <a:ext cx="865239" cy="2372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4801988" y="287407"/>
            <a:ext cx="4398581" cy="111114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000" b="1" dirty="0"/>
              <a:t>What in the App</a:t>
            </a:r>
            <a:endParaRPr sz="3000" b="1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" name="Google Shape;1485;p38"/>
          <p:cNvSpPr txBox="1">
            <a:spLocks/>
          </p:cNvSpPr>
          <p:nvPr/>
        </p:nvSpPr>
        <p:spPr>
          <a:xfrm>
            <a:off x="857261" y="375910"/>
            <a:ext cx="3847974" cy="1130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6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000" b="1" kern="0" dirty="0"/>
              <a:t>1-Home</a:t>
            </a:r>
            <a:r>
              <a:rPr lang="en-US" sz="3000" kern="0" dirty="0"/>
              <a:t> </a:t>
            </a:r>
            <a:r>
              <a:rPr lang="en-US" sz="3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Fragment</a:t>
            </a:r>
            <a:r>
              <a:rPr lang="en-US" sz="3000" kern="0" dirty="0"/>
              <a:t> </a:t>
            </a:r>
          </a:p>
        </p:txBody>
      </p:sp>
      <p:pic>
        <p:nvPicPr>
          <p:cNvPr id="5" name="Picture 4" descr="A close-up of a book&#10;&#10;Description automatically generated">
            <a:extLst>
              <a:ext uri="{FF2B5EF4-FFF2-40B4-BE49-F238E27FC236}">
                <a16:creationId xmlns:a16="http://schemas.microsoft.com/office/drawing/2014/main" id="{6FEA578E-BD1E-FC6A-8E21-FCF0D16F1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54" y="1187908"/>
            <a:ext cx="2468789" cy="5294182"/>
          </a:xfrm>
          <a:prstGeom prst="rect">
            <a:avLst/>
          </a:prstGeom>
        </p:spPr>
      </p:pic>
      <p:sp>
        <p:nvSpPr>
          <p:cNvPr id="8" name="Cloud 7">
            <a:extLst>
              <a:ext uri="{FF2B5EF4-FFF2-40B4-BE49-F238E27FC236}">
                <a16:creationId xmlns:a16="http://schemas.microsoft.com/office/drawing/2014/main" id="{A5CD7F7D-F7F3-912C-F6FB-B1C75AECBA57}"/>
              </a:ext>
            </a:extLst>
          </p:cNvPr>
          <p:cNvSpPr/>
          <p:nvPr/>
        </p:nvSpPr>
        <p:spPr>
          <a:xfrm>
            <a:off x="4326194" y="2005781"/>
            <a:ext cx="1406012" cy="1130806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Last book read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E68B27-42B9-1FAC-E09D-ABEB8C5D878B}"/>
              </a:ext>
            </a:extLst>
          </p:cNvPr>
          <p:cNvCxnSpPr>
            <a:stCxn id="8" idx="2"/>
          </p:cNvCxnSpPr>
          <p:nvPr/>
        </p:nvCxnSpPr>
        <p:spPr>
          <a:xfrm flipH="1">
            <a:off x="3608439" y="2571184"/>
            <a:ext cx="722116" cy="10319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8A862A-0E14-FB86-3E0C-6A18FBC1AC8D}"/>
              </a:ext>
            </a:extLst>
          </p:cNvPr>
          <p:cNvSpPr txBox="1"/>
          <p:nvPr/>
        </p:nvSpPr>
        <p:spPr>
          <a:xfrm>
            <a:off x="6096000" y="2719712"/>
            <a:ext cx="54266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In the app </a:t>
            </a:r>
            <a:r>
              <a:rPr lang="en-US" sz="3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recommended books are featured in an auto-scroll list that scrolls horizontally by itself . The user can click on a book to stop it</a:t>
            </a:r>
            <a:endParaRPr lang="en-US" sz="3000" dirty="0"/>
          </a:p>
        </p:txBody>
      </p:sp>
    </p:spTree>
  </p:cSld>
  <p:clrMapOvr>
    <a:masterClrMapping/>
  </p:clrMapOvr>
  <p:transition spd="slow"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1147499" y="1098075"/>
            <a:ext cx="5054955" cy="499465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l"/>
            <a:r>
              <a:rPr lang="en-GB" sz="3000" dirty="0"/>
              <a:t>In home Fragment there is a navigation drawer it Contain:</a:t>
            </a:r>
            <a:br>
              <a:rPr lang="en-GB" sz="3000" dirty="0"/>
            </a:br>
            <a:r>
              <a:rPr lang="en-GB" sz="3000" dirty="0"/>
              <a:t> </a:t>
            </a:r>
            <a:br>
              <a:rPr lang="en-GB" sz="3000" dirty="0"/>
            </a:br>
            <a:r>
              <a:rPr lang="en-GB" sz="3000" dirty="0"/>
              <a:t>1-Dark Mode</a:t>
            </a:r>
            <a:br>
              <a:rPr lang="en-GB" sz="3000" dirty="0"/>
            </a:br>
            <a:r>
              <a:rPr lang="en-GB" sz="3000" dirty="0"/>
              <a:t>2-Language</a:t>
            </a:r>
            <a:br>
              <a:rPr lang="en-GB" sz="3000" dirty="0"/>
            </a:br>
            <a:r>
              <a:rPr lang="en-GB" sz="3000" dirty="0"/>
              <a:t>3-Privace and policy</a:t>
            </a:r>
            <a:br>
              <a:rPr lang="en-GB" sz="3000" dirty="0"/>
            </a:br>
            <a:r>
              <a:rPr lang="en-GB" sz="3000" dirty="0"/>
              <a:t>4-Contact us(you can call as If you have any problem</a:t>
            </a:r>
            <a:r>
              <a:rPr lang="ar-EG" sz="3000" dirty="0"/>
              <a:t>(</a:t>
            </a:r>
            <a:r>
              <a:rPr lang="en-GB" sz="3000" dirty="0"/>
              <a:t> </a:t>
            </a:r>
            <a:br>
              <a:rPr lang="en-GB" sz="3000" dirty="0"/>
            </a:br>
            <a:r>
              <a:rPr lang="en-GB" sz="3000" dirty="0"/>
              <a:t>5-Log out</a:t>
            </a:r>
            <a:br>
              <a:rPr lang="en-GB" sz="3000" dirty="0"/>
            </a:br>
            <a:br>
              <a:rPr lang="en-GB" sz="3000" dirty="0"/>
            </a:br>
            <a:endParaRPr lang="en-GB"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8790B35-406A-0129-D2F5-2B8D620E1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926" y="579955"/>
            <a:ext cx="3386564" cy="6183082"/>
          </a:xfrm>
          <a:prstGeom prst="rect">
            <a:avLst/>
          </a:prstGeom>
        </p:spPr>
      </p:pic>
    </p:spTree>
  </p:cSld>
  <p:clrMapOvr>
    <a:masterClrMapping/>
  </p:clrMapOvr>
  <p:transition spd="slow"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4351607" y="56134"/>
            <a:ext cx="3690658" cy="121929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000" dirty="0"/>
              <a:t>1-D</a:t>
            </a:r>
            <a:r>
              <a:rPr lang="en" sz="3000" dirty="0"/>
              <a:t>ark mode</a:t>
            </a:r>
            <a:endParaRPr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49B6F50-F4F3-FB9D-72FA-1CDDE9AAF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481" y="879229"/>
            <a:ext cx="2996712" cy="5471303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14ED7DC9-631B-991E-AEAD-D3AF55A67613}"/>
              </a:ext>
            </a:extLst>
          </p:cNvPr>
          <p:cNvSpPr/>
          <p:nvPr/>
        </p:nvSpPr>
        <p:spPr>
          <a:xfrm>
            <a:off x="0" y="1551425"/>
            <a:ext cx="1373110" cy="1219297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clicked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3E85A0-21B6-37BE-9158-4DAE2A8D131A}"/>
              </a:ext>
            </a:extLst>
          </p:cNvPr>
          <p:cNvCxnSpPr>
            <a:stCxn id="4" idx="0"/>
          </p:cNvCxnSpPr>
          <p:nvPr/>
        </p:nvCxnSpPr>
        <p:spPr>
          <a:xfrm>
            <a:off x="1371966" y="2161074"/>
            <a:ext cx="1888937" cy="8377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A01897B-9432-75FD-7163-C2D9A408F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691" y="1258769"/>
            <a:ext cx="2178388" cy="48368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6D192E-F610-DF72-4394-198A263D9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45" y="1275430"/>
            <a:ext cx="2882200" cy="4836883"/>
          </a:xfrm>
          <a:prstGeom prst="rect">
            <a:avLst/>
          </a:prstGeom>
        </p:spPr>
      </p:pic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3772660" y="405549"/>
            <a:ext cx="4584113" cy="91449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000" dirty="0"/>
              <a:t>2-Language</a:t>
            </a:r>
            <a:endParaRPr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83C0B0D-1CC9-0BFF-179F-0C4CB9396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245" y="993699"/>
            <a:ext cx="2702668" cy="5387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7E7CA-0B4F-F3B5-FAFA-E573D6807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625" y="862797"/>
            <a:ext cx="2942244" cy="5831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F6E122-9E10-6F0B-D029-0AA881077576}"/>
              </a:ext>
            </a:extLst>
          </p:cNvPr>
          <p:cNvSpPr txBox="1"/>
          <p:nvPr/>
        </p:nvSpPr>
        <p:spPr>
          <a:xfrm>
            <a:off x="4504379" y="2555792"/>
            <a:ext cx="34314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You can change the language If you want</a:t>
            </a: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4" name="Google Shape;1485;p38">
            <a:extLst>
              <a:ext uri="{FF2B5EF4-FFF2-40B4-BE49-F238E27FC236}">
                <a16:creationId xmlns:a16="http://schemas.microsoft.com/office/drawing/2014/main" id="{F95F2208-E7C1-06F6-1ADE-8A904243BC8F}"/>
              </a:ext>
            </a:extLst>
          </p:cNvPr>
          <p:cNvSpPr txBox="1">
            <a:spLocks/>
          </p:cNvSpPr>
          <p:nvPr/>
        </p:nvSpPr>
        <p:spPr>
          <a:xfrm>
            <a:off x="4074889" y="158619"/>
            <a:ext cx="4686539" cy="153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6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2-Library Fragment (Favorites &amp; Downloads)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E44B6D-0796-0267-D325-773D80F28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943" y="1459550"/>
            <a:ext cx="2457749" cy="4972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05343CD-D36C-F9F6-7CD7-1FCBEB257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153" y="1459550"/>
            <a:ext cx="2457749" cy="5152608"/>
          </a:xfrm>
          <a:prstGeom prst="rect">
            <a:avLst/>
          </a:prstGeom>
        </p:spPr>
      </p:pic>
    </p:spTree>
  </p:cSld>
  <p:clrMapOvr>
    <a:masterClrMapping/>
  </p:clrMapOvr>
  <p:transition spd="slow"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4973711" y="1759974"/>
            <a:ext cx="5809913" cy="267929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Library Fragment</a:t>
            </a: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allows users to manage their favorite and downloaded books in two distinct sections: </a:t>
            </a:r>
            <a:r>
              <a:rPr lang="en-US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Favorites</a:t>
            </a: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Downloads</a:t>
            </a: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endParaRPr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A53F692-8C1B-DA47-A904-BF8E69AA1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196" y="774701"/>
            <a:ext cx="2709859" cy="55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77725"/>
      </p:ext>
    </p:extLst>
  </p:cSld>
  <p:clrMapOvr>
    <a:masterClrMapping/>
  </p:clrMapOvr>
  <p:transition spd="slow"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959999" y="1248600"/>
            <a:ext cx="5156713" cy="413892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3000" dirty="0"/>
              <a:t>The Search screen enables the user to search for a book or a general term for which they wish to browse books related to, knowing that their search history is saved</a:t>
            </a:r>
            <a:endParaRPr lang="en-US"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AA452177-A7B8-83D1-163B-FC2B67FCC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360" y="924161"/>
            <a:ext cx="2740287" cy="5884006"/>
          </a:xfrm>
          <a:prstGeom prst="rect">
            <a:avLst/>
          </a:prstGeom>
        </p:spPr>
      </p:pic>
      <p:sp>
        <p:nvSpPr>
          <p:cNvPr id="4" name="Google Shape;1485;p38">
            <a:extLst>
              <a:ext uri="{FF2B5EF4-FFF2-40B4-BE49-F238E27FC236}">
                <a16:creationId xmlns:a16="http://schemas.microsoft.com/office/drawing/2014/main" id="{2CB4F560-7290-9F6E-EF5A-DAD14B38675C}"/>
              </a:ext>
            </a:extLst>
          </p:cNvPr>
          <p:cNvSpPr txBox="1">
            <a:spLocks/>
          </p:cNvSpPr>
          <p:nvPr/>
        </p:nvSpPr>
        <p:spPr>
          <a:xfrm>
            <a:off x="3723074" y="158619"/>
            <a:ext cx="4686539" cy="153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6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3- Search Fragment</a:t>
            </a:r>
            <a:endParaRPr lang="en-US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215762"/>
      </p:ext>
    </p:extLst>
  </p:cSld>
  <p:clrMapOvr>
    <a:masterClrMapping/>
  </p:clrMapOvr>
  <p:transition spd="slow"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788550E-1C18-C7A3-1E5A-5BD848663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29" y="1369828"/>
            <a:ext cx="2226346" cy="4775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B1100E-E03D-6D00-2B37-AEE196B2555C}"/>
              </a:ext>
            </a:extLst>
          </p:cNvPr>
          <p:cNvSpPr txBox="1"/>
          <p:nvPr/>
        </p:nvSpPr>
        <p:spPr>
          <a:xfrm>
            <a:off x="1468681" y="969718"/>
            <a:ext cx="2524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Result of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33DB8-EA23-B990-9018-F7943703068F}"/>
              </a:ext>
            </a:extLst>
          </p:cNvPr>
          <p:cNvSpPr txBox="1"/>
          <p:nvPr/>
        </p:nvSpPr>
        <p:spPr>
          <a:xfrm>
            <a:off x="4601497" y="2196563"/>
            <a:ext cx="63024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Question</a:t>
            </a:r>
            <a:endParaRPr lang="ar-EG" sz="3000" dirty="0"/>
          </a:p>
          <a:p>
            <a:r>
              <a:rPr lang="en-GB" sz="3000" dirty="0"/>
              <a:t>what would happen if you clicked on a book?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994436822"/>
      </p:ext>
    </p:extLst>
  </p:cSld>
  <p:clrMapOvr>
    <a:masterClrMapping/>
  </p:clrMapOvr>
  <p:transition spd="slow">
    <p:cover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418408" y="1769736"/>
            <a:ext cx="3687098" cy="281209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000" dirty="0"/>
              <a:t>The details page feature multiple important functionalities </a:t>
            </a:r>
            <a:endParaRPr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06F6520-6A0B-62B1-5B9F-9C5542C938D6}"/>
              </a:ext>
            </a:extLst>
          </p:cNvPr>
          <p:cNvSpPr txBox="1"/>
          <p:nvPr/>
        </p:nvSpPr>
        <p:spPr>
          <a:xfrm>
            <a:off x="4403892" y="538941"/>
            <a:ext cx="38876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Answer</a:t>
            </a:r>
            <a:r>
              <a:rPr lang="en-US" sz="30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237E1-CAC2-B578-2B7F-35FAF6F04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125" y="1011984"/>
            <a:ext cx="2922724" cy="5734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71320B-311D-6F39-079D-1DF7323F6589}"/>
              </a:ext>
            </a:extLst>
          </p:cNvPr>
          <p:cNvSpPr txBox="1"/>
          <p:nvPr/>
        </p:nvSpPr>
        <p:spPr>
          <a:xfrm>
            <a:off x="6350212" y="2122039"/>
            <a:ext cx="1907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Download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AAB1E2-027D-0A56-DDD9-CFBC07016686}"/>
              </a:ext>
            </a:extLst>
          </p:cNvPr>
          <p:cNvCxnSpPr>
            <a:cxnSpLocks/>
          </p:cNvCxnSpPr>
          <p:nvPr/>
        </p:nvCxnSpPr>
        <p:spPr>
          <a:xfrm>
            <a:off x="7331901" y="5124523"/>
            <a:ext cx="103950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39411C-3FDD-0F83-D77B-0614D631E5A7}"/>
              </a:ext>
            </a:extLst>
          </p:cNvPr>
          <p:cNvSpPr txBox="1"/>
          <p:nvPr/>
        </p:nvSpPr>
        <p:spPr>
          <a:xfrm>
            <a:off x="6128007" y="6011626"/>
            <a:ext cx="1907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comment section</a:t>
            </a:r>
          </a:p>
          <a:p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97E922-569C-BC63-4086-DCFD1AD2C2DE}"/>
              </a:ext>
            </a:extLst>
          </p:cNvPr>
          <p:cNvCxnSpPr>
            <a:cxnSpLocks/>
          </p:cNvCxnSpPr>
          <p:nvPr/>
        </p:nvCxnSpPr>
        <p:spPr>
          <a:xfrm flipV="1">
            <a:off x="7343050" y="6063215"/>
            <a:ext cx="1144420" cy="3415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41193D2-5667-6535-37BC-C77BCA89224B}"/>
              </a:ext>
            </a:extLst>
          </p:cNvPr>
          <p:cNvSpPr txBox="1"/>
          <p:nvPr/>
        </p:nvSpPr>
        <p:spPr>
          <a:xfrm>
            <a:off x="5840147" y="4911546"/>
            <a:ext cx="1907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Description</a:t>
            </a:r>
          </a:p>
          <a:p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DD33CD-2B38-1CED-08D0-F01EF848870B}"/>
              </a:ext>
            </a:extLst>
          </p:cNvPr>
          <p:cNvCxnSpPr>
            <a:cxnSpLocks/>
          </p:cNvCxnSpPr>
          <p:nvPr/>
        </p:nvCxnSpPr>
        <p:spPr>
          <a:xfrm>
            <a:off x="7610168" y="2467026"/>
            <a:ext cx="1568685" cy="47603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1FC6E8E-F9DF-2C9C-41E6-C6329AE5E626}"/>
              </a:ext>
            </a:extLst>
          </p:cNvPr>
          <p:cNvSpPr txBox="1"/>
          <p:nvPr/>
        </p:nvSpPr>
        <p:spPr>
          <a:xfrm>
            <a:off x="5840147" y="3073641"/>
            <a:ext cx="1907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 to Favorites</a:t>
            </a:r>
          </a:p>
          <a:p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45BD90-0C05-EEDA-18A9-909A6C4447D8}"/>
              </a:ext>
            </a:extLst>
          </p:cNvPr>
          <p:cNvCxnSpPr>
            <a:cxnSpLocks/>
          </p:cNvCxnSpPr>
          <p:nvPr/>
        </p:nvCxnSpPr>
        <p:spPr>
          <a:xfrm flipV="1">
            <a:off x="7011763" y="3113357"/>
            <a:ext cx="1553426" cy="42101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231292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" grpId="0"/>
      <p:bldP spid="2" grpId="0"/>
      <p:bldP spid="5" grpId="0"/>
      <p:bldP spid="13" grpId="0"/>
      <p:bldP spid="19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3656676" y="254701"/>
            <a:ext cx="5064329" cy="121619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000" dirty="0"/>
              <a:t>You can also</a:t>
            </a:r>
            <a:endParaRPr sz="3000" dirty="0"/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A534E85-597E-A498-A544-7A6EE8F9D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679" y="1286310"/>
            <a:ext cx="2413532" cy="50199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EB79A-82AA-9A6F-AE7C-582D946F9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415" y="1305231"/>
            <a:ext cx="2489657" cy="5148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F1AFD2-F3C9-2E0D-9E20-617566C6BC39}"/>
              </a:ext>
            </a:extLst>
          </p:cNvPr>
          <p:cNvSpPr txBox="1"/>
          <p:nvPr/>
        </p:nvSpPr>
        <p:spPr>
          <a:xfrm>
            <a:off x="4159045" y="1681316"/>
            <a:ext cx="167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AB8C1-AE82-3BA3-FE48-CB993161B874}"/>
              </a:ext>
            </a:extLst>
          </p:cNvPr>
          <p:cNvSpPr txBox="1"/>
          <p:nvPr/>
        </p:nvSpPr>
        <p:spPr>
          <a:xfrm>
            <a:off x="6361471" y="4281948"/>
            <a:ext cx="194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comment</a:t>
            </a:r>
          </a:p>
        </p:txBody>
      </p:sp>
    </p:spTree>
    <p:extLst>
      <p:ext uri="{BB962C8B-B14F-4D97-AF65-F5344CB8AC3E}">
        <p14:creationId xmlns:p14="http://schemas.microsoft.com/office/powerpoint/2010/main" val="1367016919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8"/>
          <p:cNvSpPr txBox="1">
            <a:spLocks noGrp="1"/>
          </p:cNvSpPr>
          <p:nvPr>
            <p:ph type="title"/>
          </p:nvPr>
        </p:nvSpPr>
        <p:spPr>
          <a:xfrm>
            <a:off x="3204335" y="201593"/>
            <a:ext cx="6432540" cy="144513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000" b="1" dirty="0"/>
              <a:t>4-User Profile Fragment and Account Management</a:t>
            </a:r>
          </a:p>
        </p:txBody>
      </p:sp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5EC5704-0A43-89E0-A7A9-07B6454D6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187" y="1306697"/>
            <a:ext cx="2405152" cy="4952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67A0E9-FC58-1CCB-C722-94D911405D76}"/>
              </a:ext>
            </a:extLst>
          </p:cNvPr>
          <p:cNvSpPr txBox="1"/>
          <p:nvPr/>
        </p:nvSpPr>
        <p:spPr>
          <a:xfrm>
            <a:off x="4566810" y="1789768"/>
            <a:ext cx="3377655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This screen</a:t>
            </a:r>
            <a:r>
              <a:rPr lang="en-US" sz="25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includes: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Username and Email Address.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Favorites and Downloads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Edit Profile Button: when clicked on this button the user can </a:t>
            </a:r>
            <a:r>
              <a:rPr lang="en-GB" dirty="0"/>
              <a:t>make changes to their account information.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6BA43A-EAC8-B062-23CB-3A988C3A4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185" y="1199640"/>
            <a:ext cx="2508315" cy="51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00905"/>
      </p:ext>
    </p:extLst>
  </p:cSld>
  <p:clrMapOvr>
    <a:masterClrMapping/>
  </p:clrMapOvr>
  <p:transition spd="slow">
    <p:cover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6" name="Google Shape;1486;p38"/>
          <p:cNvGrpSpPr/>
          <p:nvPr/>
        </p:nvGrpSpPr>
        <p:grpSpPr>
          <a:xfrm rot="-4500137">
            <a:off x="5523929" y="4916396"/>
            <a:ext cx="523208" cy="1540731"/>
            <a:chOff x="6299050" y="981775"/>
            <a:chExt cx="582600" cy="1715625"/>
          </a:xfrm>
        </p:grpSpPr>
        <p:grpSp>
          <p:nvGrpSpPr>
            <p:cNvPr id="1487" name="Google Shape;1487;p38"/>
            <p:cNvGrpSpPr/>
            <p:nvPr/>
          </p:nvGrpSpPr>
          <p:grpSpPr>
            <a:xfrm>
              <a:off x="6299050" y="981775"/>
              <a:ext cx="582600" cy="1161550"/>
              <a:chOff x="6299050" y="981775"/>
              <a:chExt cx="582600" cy="1161550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6299050" y="1639325"/>
                <a:ext cx="582600" cy="504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6299050" y="98177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6299050" y="1311425"/>
                <a:ext cx="582600" cy="5040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1" name="Google Shape;1491;p38"/>
            <p:cNvSpPr/>
            <p:nvPr/>
          </p:nvSpPr>
          <p:spPr>
            <a:xfrm>
              <a:off x="6464600" y="2446000"/>
              <a:ext cx="251400" cy="25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1492;p38"/>
          <p:cNvGrpSpPr/>
          <p:nvPr/>
        </p:nvGrpSpPr>
        <p:grpSpPr>
          <a:xfrm>
            <a:off x="8020745" y="5793083"/>
            <a:ext cx="691953" cy="691463"/>
            <a:chOff x="3285550" y="1349075"/>
            <a:chExt cx="496475" cy="496075"/>
          </a:xfrm>
        </p:grpSpPr>
        <p:sp>
          <p:nvSpPr>
            <p:cNvPr id="1493" name="Google Shape;1493;p38"/>
            <p:cNvSpPr/>
            <p:nvPr/>
          </p:nvSpPr>
          <p:spPr>
            <a:xfrm>
              <a:off x="3335950" y="1428050"/>
              <a:ext cx="381400" cy="321350"/>
            </a:xfrm>
            <a:custGeom>
              <a:avLst/>
              <a:gdLst/>
              <a:ahLst/>
              <a:cxnLst/>
              <a:rect l="l" t="t" r="r" b="b"/>
              <a:pathLst>
                <a:path w="15256" h="12854" extrusionOk="0">
                  <a:moveTo>
                    <a:pt x="15057" y="0"/>
                  </a:moveTo>
                  <a:cubicBezTo>
                    <a:pt x="15025" y="0"/>
                    <a:pt x="14999" y="14"/>
                    <a:pt x="14979" y="34"/>
                  </a:cubicBezTo>
                  <a:cubicBezTo>
                    <a:pt x="10001" y="4200"/>
                    <a:pt x="5032" y="8375"/>
                    <a:pt x="72" y="12550"/>
                  </a:cubicBezTo>
                  <a:cubicBezTo>
                    <a:pt x="0" y="12613"/>
                    <a:pt x="9" y="12693"/>
                    <a:pt x="134" y="12854"/>
                  </a:cubicBezTo>
                  <a:cubicBezTo>
                    <a:pt x="5183" y="8616"/>
                    <a:pt x="10224" y="4379"/>
                    <a:pt x="15255" y="150"/>
                  </a:cubicBezTo>
                  <a:cubicBezTo>
                    <a:pt x="15177" y="39"/>
                    <a:pt x="15110" y="0"/>
                    <a:pt x="15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3354900" y="1449625"/>
              <a:ext cx="380500" cy="321400"/>
            </a:xfrm>
            <a:custGeom>
              <a:avLst/>
              <a:gdLst/>
              <a:ahLst/>
              <a:cxnLst/>
              <a:rect l="l" t="t" r="r" b="b"/>
              <a:pathLst>
                <a:path w="15220" h="12856" extrusionOk="0">
                  <a:moveTo>
                    <a:pt x="15220" y="1"/>
                  </a:moveTo>
                  <a:lnTo>
                    <a:pt x="15220" y="1"/>
                  </a:lnTo>
                  <a:cubicBezTo>
                    <a:pt x="14881" y="72"/>
                    <a:pt x="14747" y="251"/>
                    <a:pt x="14587" y="384"/>
                  </a:cubicBezTo>
                  <a:cubicBezTo>
                    <a:pt x="11901" y="2632"/>
                    <a:pt x="9225" y="4889"/>
                    <a:pt x="6540" y="7138"/>
                  </a:cubicBezTo>
                  <a:cubicBezTo>
                    <a:pt x="4541" y="8824"/>
                    <a:pt x="2525" y="10501"/>
                    <a:pt x="527" y="12196"/>
                  </a:cubicBezTo>
                  <a:cubicBezTo>
                    <a:pt x="331" y="12356"/>
                    <a:pt x="63" y="12481"/>
                    <a:pt x="1" y="12856"/>
                  </a:cubicBezTo>
                  <a:cubicBezTo>
                    <a:pt x="875" y="12374"/>
                    <a:pt x="14863" y="572"/>
                    <a:pt x="152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319225" y="1407925"/>
              <a:ext cx="376275" cy="318500"/>
            </a:xfrm>
            <a:custGeom>
              <a:avLst/>
              <a:gdLst/>
              <a:ahLst/>
              <a:cxnLst/>
              <a:rect l="l" t="t" r="r" b="b"/>
              <a:pathLst>
                <a:path w="15051" h="12740" extrusionOk="0">
                  <a:moveTo>
                    <a:pt x="14916" y="0"/>
                  </a:moveTo>
                  <a:cubicBezTo>
                    <a:pt x="14622" y="36"/>
                    <a:pt x="14461" y="268"/>
                    <a:pt x="14265" y="438"/>
                  </a:cubicBezTo>
                  <a:cubicBezTo>
                    <a:pt x="12561" y="1856"/>
                    <a:pt x="10866" y="3283"/>
                    <a:pt x="9171" y="4711"/>
                  </a:cubicBezTo>
                  <a:cubicBezTo>
                    <a:pt x="6290" y="7128"/>
                    <a:pt x="3399" y="9546"/>
                    <a:pt x="527" y="11981"/>
                  </a:cubicBezTo>
                  <a:cubicBezTo>
                    <a:pt x="330" y="12142"/>
                    <a:pt x="0" y="12249"/>
                    <a:pt x="54" y="12740"/>
                  </a:cubicBezTo>
                  <a:cubicBezTo>
                    <a:pt x="5112" y="8493"/>
                    <a:pt x="10081" y="4318"/>
                    <a:pt x="15050" y="143"/>
                  </a:cubicBezTo>
                  <a:cubicBezTo>
                    <a:pt x="15005" y="99"/>
                    <a:pt x="14961" y="45"/>
                    <a:pt x="1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305400" y="1388750"/>
              <a:ext cx="364875" cy="308250"/>
            </a:xfrm>
            <a:custGeom>
              <a:avLst/>
              <a:gdLst/>
              <a:ahLst/>
              <a:cxnLst/>
              <a:rect l="l" t="t" r="r" b="b"/>
              <a:pathLst>
                <a:path w="14595" h="12330" extrusionOk="0">
                  <a:moveTo>
                    <a:pt x="14595" y="0"/>
                  </a:moveTo>
                  <a:cubicBezTo>
                    <a:pt x="14265" y="54"/>
                    <a:pt x="14131" y="232"/>
                    <a:pt x="13970" y="366"/>
                  </a:cubicBezTo>
                  <a:cubicBezTo>
                    <a:pt x="11490" y="2445"/>
                    <a:pt x="9010" y="4532"/>
                    <a:pt x="6530" y="6611"/>
                  </a:cubicBezTo>
                  <a:cubicBezTo>
                    <a:pt x="4505" y="8315"/>
                    <a:pt x="2480" y="10019"/>
                    <a:pt x="455" y="11722"/>
                  </a:cubicBezTo>
                  <a:cubicBezTo>
                    <a:pt x="286" y="11865"/>
                    <a:pt x="0" y="11972"/>
                    <a:pt x="54" y="12329"/>
                  </a:cubicBezTo>
                  <a:cubicBezTo>
                    <a:pt x="1151" y="11642"/>
                    <a:pt x="14265" y="536"/>
                    <a:pt x="14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378325" y="1476850"/>
              <a:ext cx="372475" cy="313200"/>
            </a:xfrm>
            <a:custGeom>
              <a:avLst/>
              <a:gdLst/>
              <a:ahLst/>
              <a:cxnLst/>
              <a:rect l="l" t="t" r="r" b="b"/>
              <a:pathLst>
                <a:path w="14899" h="12528" extrusionOk="0">
                  <a:moveTo>
                    <a:pt x="14854" y="0"/>
                  </a:moveTo>
                  <a:lnTo>
                    <a:pt x="14854" y="0"/>
                  </a:lnTo>
                  <a:cubicBezTo>
                    <a:pt x="14238" y="259"/>
                    <a:pt x="339" y="11945"/>
                    <a:pt x="0" y="12481"/>
                  </a:cubicBezTo>
                  <a:cubicBezTo>
                    <a:pt x="33" y="12514"/>
                    <a:pt x="69" y="12528"/>
                    <a:pt x="103" y="12528"/>
                  </a:cubicBezTo>
                  <a:cubicBezTo>
                    <a:pt x="142" y="12528"/>
                    <a:pt x="181" y="12509"/>
                    <a:pt x="214" y="12481"/>
                  </a:cubicBezTo>
                  <a:cubicBezTo>
                    <a:pt x="5085" y="8395"/>
                    <a:pt x="9947" y="4300"/>
                    <a:pt x="14818" y="205"/>
                  </a:cubicBezTo>
                  <a:cubicBezTo>
                    <a:pt x="14881" y="161"/>
                    <a:pt x="14898" y="8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401750" y="1501825"/>
              <a:ext cx="358850" cy="305775"/>
            </a:xfrm>
            <a:custGeom>
              <a:avLst/>
              <a:gdLst/>
              <a:ahLst/>
              <a:cxnLst/>
              <a:rect l="l" t="t" r="r" b="b"/>
              <a:pathLst>
                <a:path w="14354" h="12231" extrusionOk="0">
                  <a:moveTo>
                    <a:pt x="14354" y="0"/>
                  </a:moveTo>
                  <a:lnTo>
                    <a:pt x="14354" y="0"/>
                  </a:lnTo>
                  <a:cubicBezTo>
                    <a:pt x="9786" y="3836"/>
                    <a:pt x="5228" y="7663"/>
                    <a:pt x="669" y="11499"/>
                  </a:cubicBezTo>
                  <a:cubicBezTo>
                    <a:pt x="446" y="11687"/>
                    <a:pt x="232" y="11892"/>
                    <a:pt x="18" y="12088"/>
                  </a:cubicBezTo>
                  <a:cubicBezTo>
                    <a:pt x="0" y="12097"/>
                    <a:pt x="9" y="12142"/>
                    <a:pt x="18" y="12168"/>
                  </a:cubicBezTo>
                  <a:cubicBezTo>
                    <a:pt x="21" y="12201"/>
                    <a:pt x="30" y="12211"/>
                    <a:pt x="41" y="12211"/>
                  </a:cubicBezTo>
                  <a:cubicBezTo>
                    <a:pt x="54" y="12211"/>
                    <a:pt x="70" y="12194"/>
                    <a:pt x="75" y="12194"/>
                  </a:cubicBezTo>
                  <a:cubicBezTo>
                    <a:pt x="78" y="12194"/>
                    <a:pt x="75" y="12203"/>
                    <a:pt x="62" y="12231"/>
                  </a:cubicBezTo>
                  <a:cubicBezTo>
                    <a:pt x="714" y="11919"/>
                    <a:pt x="14131" y="625"/>
                    <a:pt x="1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293800" y="1370900"/>
              <a:ext cx="349725" cy="296200"/>
            </a:xfrm>
            <a:custGeom>
              <a:avLst/>
              <a:gdLst/>
              <a:ahLst/>
              <a:cxnLst/>
              <a:rect l="l" t="t" r="r" b="b"/>
              <a:pathLst>
                <a:path w="13989" h="11848" extrusionOk="0">
                  <a:moveTo>
                    <a:pt x="13881" y="1"/>
                  </a:moveTo>
                  <a:lnTo>
                    <a:pt x="13881" y="1"/>
                  </a:lnTo>
                  <a:cubicBezTo>
                    <a:pt x="9207" y="3926"/>
                    <a:pt x="4604" y="7798"/>
                    <a:pt x="0" y="11669"/>
                  </a:cubicBezTo>
                  <a:cubicBezTo>
                    <a:pt x="45" y="11723"/>
                    <a:pt x="98" y="11785"/>
                    <a:pt x="143" y="11848"/>
                  </a:cubicBezTo>
                  <a:cubicBezTo>
                    <a:pt x="420" y="11750"/>
                    <a:pt x="607" y="11527"/>
                    <a:pt x="821" y="11348"/>
                  </a:cubicBezTo>
                  <a:cubicBezTo>
                    <a:pt x="2810" y="9680"/>
                    <a:pt x="4791" y="8021"/>
                    <a:pt x="6771" y="6352"/>
                  </a:cubicBezTo>
                  <a:cubicBezTo>
                    <a:pt x="9019" y="4461"/>
                    <a:pt x="11276" y="2579"/>
                    <a:pt x="13516" y="679"/>
                  </a:cubicBezTo>
                  <a:cubicBezTo>
                    <a:pt x="13685" y="536"/>
                    <a:pt x="13988" y="438"/>
                    <a:pt x="13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425375" y="1531700"/>
              <a:ext cx="348400" cy="291225"/>
            </a:xfrm>
            <a:custGeom>
              <a:avLst/>
              <a:gdLst/>
              <a:ahLst/>
              <a:cxnLst/>
              <a:rect l="l" t="t" r="r" b="b"/>
              <a:pathLst>
                <a:path w="13936" h="11649" extrusionOk="0">
                  <a:moveTo>
                    <a:pt x="13828" y="1"/>
                  </a:moveTo>
                  <a:cubicBezTo>
                    <a:pt x="9252" y="3837"/>
                    <a:pt x="4693" y="7673"/>
                    <a:pt x="1" y="11616"/>
                  </a:cubicBezTo>
                  <a:cubicBezTo>
                    <a:pt x="206" y="11629"/>
                    <a:pt x="296" y="11648"/>
                    <a:pt x="339" y="11648"/>
                  </a:cubicBezTo>
                  <a:cubicBezTo>
                    <a:pt x="352" y="11648"/>
                    <a:pt x="360" y="11647"/>
                    <a:pt x="366" y="11643"/>
                  </a:cubicBezTo>
                  <a:cubicBezTo>
                    <a:pt x="4693" y="8021"/>
                    <a:pt x="9020" y="4408"/>
                    <a:pt x="13347" y="786"/>
                  </a:cubicBezTo>
                  <a:cubicBezTo>
                    <a:pt x="13543" y="616"/>
                    <a:pt x="13784" y="473"/>
                    <a:pt x="13917" y="233"/>
                  </a:cubicBezTo>
                  <a:cubicBezTo>
                    <a:pt x="13926" y="206"/>
                    <a:pt x="13935" y="179"/>
                    <a:pt x="13926" y="152"/>
                  </a:cubicBezTo>
                  <a:cubicBezTo>
                    <a:pt x="13926" y="134"/>
                    <a:pt x="13900" y="108"/>
                    <a:pt x="138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286650" y="1363575"/>
              <a:ext cx="327000" cy="271850"/>
            </a:xfrm>
            <a:custGeom>
              <a:avLst/>
              <a:gdLst/>
              <a:ahLst/>
              <a:cxnLst/>
              <a:rect l="l" t="t" r="r" b="b"/>
              <a:pathLst>
                <a:path w="13080" h="10874" extrusionOk="0">
                  <a:moveTo>
                    <a:pt x="12852" y="0"/>
                  </a:moveTo>
                  <a:cubicBezTo>
                    <a:pt x="12608" y="0"/>
                    <a:pt x="12477" y="176"/>
                    <a:pt x="12330" y="303"/>
                  </a:cubicBezTo>
                  <a:cubicBezTo>
                    <a:pt x="9011" y="3086"/>
                    <a:pt x="5692" y="5869"/>
                    <a:pt x="2383" y="8653"/>
                  </a:cubicBezTo>
                  <a:cubicBezTo>
                    <a:pt x="1687" y="9232"/>
                    <a:pt x="991" y="9821"/>
                    <a:pt x="304" y="10401"/>
                  </a:cubicBezTo>
                  <a:cubicBezTo>
                    <a:pt x="170" y="10517"/>
                    <a:pt x="1" y="10615"/>
                    <a:pt x="188" y="10874"/>
                  </a:cubicBezTo>
                  <a:cubicBezTo>
                    <a:pt x="4506" y="7243"/>
                    <a:pt x="8788" y="3648"/>
                    <a:pt x="13079" y="44"/>
                  </a:cubicBezTo>
                  <a:cubicBezTo>
                    <a:pt x="12993" y="13"/>
                    <a:pt x="12918" y="0"/>
                    <a:pt x="12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460175" y="1564050"/>
              <a:ext cx="320500" cy="268375"/>
            </a:xfrm>
            <a:custGeom>
              <a:avLst/>
              <a:gdLst/>
              <a:ahLst/>
              <a:cxnLst/>
              <a:rect l="l" t="t" r="r" b="b"/>
              <a:pathLst>
                <a:path w="12820" h="10735" extrusionOk="0">
                  <a:moveTo>
                    <a:pt x="12731" y="0"/>
                  </a:moveTo>
                  <a:cubicBezTo>
                    <a:pt x="8440" y="3595"/>
                    <a:pt x="4220" y="7146"/>
                    <a:pt x="0" y="10688"/>
                  </a:cubicBezTo>
                  <a:cubicBezTo>
                    <a:pt x="92" y="10721"/>
                    <a:pt x="170" y="10735"/>
                    <a:pt x="240" y="10735"/>
                  </a:cubicBezTo>
                  <a:cubicBezTo>
                    <a:pt x="488" y="10735"/>
                    <a:pt x="614" y="10554"/>
                    <a:pt x="768" y="10429"/>
                  </a:cubicBezTo>
                  <a:cubicBezTo>
                    <a:pt x="2837" y="8689"/>
                    <a:pt x="4898" y="6950"/>
                    <a:pt x="6959" y="5219"/>
                  </a:cubicBezTo>
                  <a:cubicBezTo>
                    <a:pt x="8761" y="3702"/>
                    <a:pt x="10563" y="2195"/>
                    <a:pt x="12365" y="678"/>
                  </a:cubicBezTo>
                  <a:cubicBezTo>
                    <a:pt x="12534" y="535"/>
                    <a:pt x="12820" y="428"/>
                    <a:pt x="12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285550" y="1353125"/>
              <a:ext cx="294850" cy="248400"/>
            </a:xfrm>
            <a:custGeom>
              <a:avLst/>
              <a:gdLst/>
              <a:ahLst/>
              <a:cxnLst/>
              <a:rect l="l" t="t" r="r" b="b"/>
              <a:pathLst>
                <a:path w="11794" h="9936" extrusionOk="0">
                  <a:moveTo>
                    <a:pt x="11559" y="1"/>
                  </a:moveTo>
                  <a:cubicBezTo>
                    <a:pt x="11350" y="1"/>
                    <a:pt x="11267" y="101"/>
                    <a:pt x="11178" y="176"/>
                  </a:cubicBezTo>
                  <a:cubicBezTo>
                    <a:pt x="10277" y="935"/>
                    <a:pt x="9376" y="1684"/>
                    <a:pt x="8475" y="2442"/>
                  </a:cubicBezTo>
                  <a:cubicBezTo>
                    <a:pt x="5799" y="4690"/>
                    <a:pt x="3123" y="6938"/>
                    <a:pt x="446" y="9187"/>
                  </a:cubicBezTo>
                  <a:cubicBezTo>
                    <a:pt x="268" y="9347"/>
                    <a:pt x="0" y="9463"/>
                    <a:pt x="0" y="9936"/>
                  </a:cubicBezTo>
                  <a:cubicBezTo>
                    <a:pt x="3979" y="6599"/>
                    <a:pt x="7851" y="3352"/>
                    <a:pt x="11794" y="34"/>
                  </a:cubicBezTo>
                  <a:cubicBezTo>
                    <a:pt x="11701" y="10"/>
                    <a:pt x="11624" y="1"/>
                    <a:pt x="11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496300" y="1601500"/>
              <a:ext cx="285725" cy="241300"/>
            </a:xfrm>
            <a:custGeom>
              <a:avLst/>
              <a:gdLst/>
              <a:ahLst/>
              <a:cxnLst/>
              <a:rect l="l" t="t" r="r" b="b"/>
              <a:pathLst>
                <a:path w="11429" h="9652" extrusionOk="0">
                  <a:moveTo>
                    <a:pt x="11348" y="1"/>
                  </a:moveTo>
                  <a:cubicBezTo>
                    <a:pt x="7539" y="3195"/>
                    <a:pt x="3765" y="6344"/>
                    <a:pt x="1" y="9529"/>
                  </a:cubicBezTo>
                  <a:cubicBezTo>
                    <a:pt x="94" y="9622"/>
                    <a:pt x="163" y="9652"/>
                    <a:pt x="215" y="9652"/>
                  </a:cubicBezTo>
                  <a:cubicBezTo>
                    <a:pt x="253" y="9652"/>
                    <a:pt x="281" y="9636"/>
                    <a:pt x="304" y="9618"/>
                  </a:cubicBezTo>
                  <a:cubicBezTo>
                    <a:pt x="3988" y="6522"/>
                    <a:pt x="7673" y="3427"/>
                    <a:pt x="11357" y="331"/>
                  </a:cubicBezTo>
                  <a:cubicBezTo>
                    <a:pt x="11428" y="277"/>
                    <a:pt x="11428" y="197"/>
                    <a:pt x="11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289550" y="1349075"/>
              <a:ext cx="247600" cy="210300"/>
            </a:xfrm>
            <a:custGeom>
              <a:avLst/>
              <a:gdLst/>
              <a:ahLst/>
              <a:cxnLst/>
              <a:rect l="l" t="t" r="r" b="b"/>
              <a:pathLst>
                <a:path w="9904" h="8412" extrusionOk="0">
                  <a:moveTo>
                    <a:pt x="9664" y="0"/>
                  </a:moveTo>
                  <a:cubicBezTo>
                    <a:pt x="9641" y="0"/>
                    <a:pt x="9622" y="6"/>
                    <a:pt x="9609" y="17"/>
                  </a:cubicBezTo>
                  <a:cubicBezTo>
                    <a:pt x="6469" y="2631"/>
                    <a:pt x="3337" y="5254"/>
                    <a:pt x="197" y="7877"/>
                  </a:cubicBezTo>
                  <a:cubicBezTo>
                    <a:pt x="99" y="7966"/>
                    <a:pt x="1" y="8055"/>
                    <a:pt x="19" y="8412"/>
                  </a:cubicBezTo>
                  <a:cubicBezTo>
                    <a:pt x="3373" y="5593"/>
                    <a:pt x="6638" y="2845"/>
                    <a:pt x="9903" y="106"/>
                  </a:cubicBezTo>
                  <a:cubicBezTo>
                    <a:pt x="9797" y="32"/>
                    <a:pt x="9718" y="0"/>
                    <a:pt x="9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538900" y="1645225"/>
              <a:ext cx="238000" cy="199925"/>
            </a:xfrm>
            <a:custGeom>
              <a:avLst/>
              <a:gdLst/>
              <a:ahLst/>
              <a:cxnLst/>
              <a:rect l="l" t="t" r="r" b="b"/>
              <a:pathLst>
                <a:path w="9520" h="7997" extrusionOk="0">
                  <a:moveTo>
                    <a:pt x="9501" y="0"/>
                  </a:moveTo>
                  <a:lnTo>
                    <a:pt x="9501" y="0"/>
                  </a:lnTo>
                  <a:cubicBezTo>
                    <a:pt x="8832" y="429"/>
                    <a:pt x="473" y="7458"/>
                    <a:pt x="0" y="7985"/>
                  </a:cubicBezTo>
                  <a:cubicBezTo>
                    <a:pt x="46" y="7993"/>
                    <a:pt x="88" y="7996"/>
                    <a:pt x="127" y="7996"/>
                  </a:cubicBezTo>
                  <a:cubicBezTo>
                    <a:pt x="443" y="7996"/>
                    <a:pt x="575" y="7762"/>
                    <a:pt x="750" y="7619"/>
                  </a:cubicBezTo>
                  <a:cubicBezTo>
                    <a:pt x="2168" y="6450"/>
                    <a:pt x="3578" y="5264"/>
                    <a:pt x="4987" y="4077"/>
                  </a:cubicBezTo>
                  <a:cubicBezTo>
                    <a:pt x="6334" y="2944"/>
                    <a:pt x="7681" y="1811"/>
                    <a:pt x="9029" y="670"/>
                  </a:cubicBezTo>
                  <a:cubicBezTo>
                    <a:pt x="9225" y="509"/>
                    <a:pt x="9519" y="384"/>
                    <a:pt x="9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302275" y="1356400"/>
              <a:ext cx="177550" cy="151900"/>
            </a:xfrm>
            <a:custGeom>
              <a:avLst/>
              <a:gdLst/>
              <a:ahLst/>
              <a:cxnLst/>
              <a:rect l="l" t="t" r="r" b="b"/>
              <a:pathLst>
                <a:path w="7102" h="6076" extrusionOk="0">
                  <a:moveTo>
                    <a:pt x="7101" y="1"/>
                  </a:moveTo>
                  <a:cubicBezTo>
                    <a:pt x="6450" y="268"/>
                    <a:pt x="393" y="5380"/>
                    <a:pt x="0" y="6076"/>
                  </a:cubicBezTo>
                  <a:cubicBezTo>
                    <a:pt x="1776" y="4827"/>
                    <a:pt x="6825" y="491"/>
                    <a:pt x="7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592875" y="1695625"/>
              <a:ext cx="166625" cy="141450"/>
            </a:xfrm>
            <a:custGeom>
              <a:avLst/>
              <a:gdLst/>
              <a:ahLst/>
              <a:cxnLst/>
              <a:rect l="l" t="t" r="r" b="b"/>
              <a:pathLst>
                <a:path w="6665" h="5658" extrusionOk="0">
                  <a:moveTo>
                    <a:pt x="6664" y="1"/>
                  </a:moveTo>
                  <a:cubicBezTo>
                    <a:pt x="4390" y="1910"/>
                    <a:pt x="2213" y="3738"/>
                    <a:pt x="0" y="5603"/>
                  </a:cubicBezTo>
                  <a:cubicBezTo>
                    <a:pt x="87" y="5641"/>
                    <a:pt x="161" y="5657"/>
                    <a:pt x="226" y="5657"/>
                  </a:cubicBezTo>
                  <a:cubicBezTo>
                    <a:pt x="403" y="5657"/>
                    <a:pt x="514" y="5540"/>
                    <a:pt x="625" y="5442"/>
                  </a:cubicBezTo>
                  <a:cubicBezTo>
                    <a:pt x="2534" y="3846"/>
                    <a:pt x="4443" y="2249"/>
                    <a:pt x="6343" y="652"/>
                  </a:cubicBezTo>
                  <a:cubicBezTo>
                    <a:pt x="6495" y="527"/>
                    <a:pt x="6664" y="393"/>
                    <a:pt x="6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9" name="Google Shape;1993;p50">
            <a:extLst>
              <a:ext uri="{FF2B5EF4-FFF2-40B4-BE49-F238E27FC236}">
                <a16:creationId xmlns:a16="http://schemas.microsoft.com/office/drawing/2014/main" id="{22E9DBF6-72A7-99D0-7A6D-BB240D860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60150"/>
            <a:ext cx="3635690" cy="13571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pic>
        <p:nvPicPr>
          <p:cNvPr id="12" name="Google Shape;1997;p50">
            <a:extLst>
              <a:ext uri="{FF2B5EF4-FFF2-40B4-BE49-F238E27FC236}">
                <a16:creationId xmlns:a16="http://schemas.microsoft.com/office/drawing/2014/main" id="{BFE8BA6D-C7D2-EA2C-9540-5686E26F3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3230" b="13223"/>
          <a:stretch/>
        </p:blipFill>
        <p:spPr>
          <a:xfrm flipH="1">
            <a:off x="7231564" y="1982274"/>
            <a:ext cx="3783024" cy="2782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2007;p50">
            <a:extLst>
              <a:ext uri="{FF2B5EF4-FFF2-40B4-BE49-F238E27FC236}">
                <a16:creationId xmlns:a16="http://schemas.microsoft.com/office/drawing/2014/main" id="{DA5C2248-9C77-F720-136B-18DBEC70880C}"/>
              </a:ext>
            </a:extLst>
          </p:cNvPr>
          <p:cNvGrpSpPr/>
          <p:nvPr/>
        </p:nvGrpSpPr>
        <p:grpSpPr>
          <a:xfrm flipH="1">
            <a:off x="6958027" y="1348767"/>
            <a:ext cx="4166912" cy="4197203"/>
            <a:chOff x="240575" y="854375"/>
            <a:chExt cx="3985950" cy="4014925"/>
          </a:xfrm>
        </p:grpSpPr>
        <p:sp>
          <p:nvSpPr>
            <p:cNvPr id="14" name="Google Shape;2008;p50">
              <a:extLst>
                <a:ext uri="{FF2B5EF4-FFF2-40B4-BE49-F238E27FC236}">
                  <a16:creationId xmlns:a16="http://schemas.microsoft.com/office/drawing/2014/main" id="{2D0926DD-3279-8479-154E-7E7A23F7A0B7}"/>
                </a:ext>
              </a:extLst>
            </p:cNvPr>
            <p:cNvSpPr/>
            <p:nvPr/>
          </p:nvSpPr>
          <p:spPr>
            <a:xfrm>
              <a:off x="240575" y="854375"/>
              <a:ext cx="3985950" cy="4014925"/>
            </a:xfrm>
            <a:custGeom>
              <a:avLst/>
              <a:gdLst/>
              <a:ahLst/>
              <a:cxnLst/>
              <a:rect l="l" t="t" r="r" b="b"/>
              <a:pathLst>
                <a:path w="159438" h="160597" extrusionOk="0">
                  <a:moveTo>
                    <a:pt x="34376" y="29697"/>
                  </a:moveTo>
                  <a:cubicBezTo>
                    <a:pt x="35178" y="29697"/>
                    <a:pt x="35980" y="29707"/>
                    <a:pt x="36782" y="29716"/>
                  </a:cubicBezTo>
                  <a:cubicBezTo>
                    <a:pt x="39164" y="29752"/>
                    <a:pt x="41537" y="29922"/>
                    <a:pt x="43901" y="30154"/>
                  </a:cubicBezTo>
                  <a:cubicBezTo>
                    <a:pt x="46265" y="30377"/>
                    <a:pt x="48638" y="30600"/>
                    <a:pt x="50993" y="30849"/>
                  </a:cubicBezTo>
                  <a:cubicBezTo>
                    <a:pt x="52938" y="31063"/>
                    <a:pt x="54865" y="31313"/>
                    <a:pt x="56800" y="31554"/>
                  </a:cubicBezTo>
                  <a:cubicBezTo>
                    <a:pt x="58790" y="31795"/>
                    <a:pt x="60779" y="32027"/>
                    <a:pt x="62760" y="32286"/>
                  </a:cubicBezTo>
                  <a:cubicBezTo>
                    <a:pt x="63848" y="32419"/>
                    <a:pt x="64945" y="32455"/>
                    <a:pt x="66016" y="32714"/>
                  </a:cubicBezTo>
                  <a:cubicBezTo>
                    <a:pt x="66143" y="32742"/>
                    <a:pt x="66274" y="32769"/>
                    <a:pt x="66406" y="32769"/>
                  </a:cubicBezTo>
                  <a:cubicBezTo>
                    <a:pt x="66487" y="32769"/>
                    <a:pt x="66568" y="32759"/>
                    <a:pt x="66649" y="32732"/>
                  </a:cubicBezTo>
                  <a:cubicBezTo>
                    <a:pt x="66884" y="32503"/>
                    <a:pt x="67164" y="32449"/>
                    <a:pt x="67447" y="32449"/>
                  </a:cubicBezTo>
                  <a:cubicBezTo>
                    <a:pt x="67583" y="32449"/>
                    <a:pt x="67720" y="32461"/>
                    <a:pt x="67854" y="32473"/>
                  </a:cubicBezTo>
                  <a:cubicBezTo>
                    <a:pt x="71386" y="32830"/>
                    <a:pt x="74919" y="33133"/>
                    <a:pt x="78470" y="33267"/>
                  </a:cubicBezTo>
                  <a:cubicBezTo>
                    <a:pt x="80370" y="33347"/>
                    <a:pt x="82270" y="33276"/>
                    <a:pt x="84161" y="33410"/>
                  </a:cubicBezTo>
                  <a:cubicBezTo>
                    <a:pt x="87498" y="33651"/>
                    <a:pt x="90772" y="34275"/>
                    <a:pt x="93974" y="35265"/>
                  </a:cubicBezTo>
                  <a:cubicBezTo>
                    <a:pt x="101852" y="37692"/>
                    <a:pt x="108828" y="41769"/>
                    <a:pt x="115251" y="46880"/>
                  </a:cubicBezTo>
                  <a:cubicBezTo>
                    <a:pt x="117883" y="48977"/>
                    <a:pt x="120407" y="51207"/>
                    <a:pt x="122745" y="53634"/>
                  </a:cubicBezTo>
                  <a:cubicBezTo>
                    <a:pt x="126001" y="57006"/>
                    <a:pt x="129007" y="60583"/>
                    <a:pt x="131675" y="64437"/>
                  </a:cubicBezTo>
                  <a:cubicBezTo>
                    <a:pt x="133593" y="67211"/>
                    <a:pt x="135359" y="70084"/>
                    <a:pt x="136885" y="73081"/>
                  </a:cubicBezTo>
                  <a:cubicBezTo>
                    <a:pt x="139329" y="77890"/>
                    <a:pt x="141238" y="82903"/>
                    <a:pt x="142255" y="88229"/>
                  </a:cubicBezTo>
                  <a:cubicBezTo>
                    <a:pt x="142344" y="88675"/>
                    <a:pt x="142550" y="89175"/>
                    <a:pt x="142148" y="89603"/>
                  </a:cubicBezTo>
                  <a:cubicBezTo>
                    <a:pt x="142514" y="91468"/>
                    <a:pt x="142639" y="93359"/>
                    <a:pt x="142728" y="95250"/>
                  </a:cubicBezTo>
                  <a:cubicBezTo>
                    <a:pt x="142933" y="99800"/>
                    <a:pt x="141336" y="103671"/>
                    <a:pt x="138223" y="106954"/>
                  </a:cubicBezTo>
                  <a:cubicBezTo>
                    <a:pt x="136153" y="109131"/>
                    <a:pt x="133744" y="110844"/>
                    <a:pt x="131140" y="112316"/>
                  </a:cubicBezTo>
                  <a:cubicBezTo>
                    <a:pt x="127143" y="114573"/>
                    <a:pt x="122870" y="116188"/>
                    <a:pt x="118498" y="117535"/>
                  </a:cubicBezTo>
                  <a:cubicBezTo>
                    <a:pt x="114181" y="118873"/>
                    <a:pt x="109791" y="119899"/>
                    <a:pt x="105358" y="120764"/>
                  </a:cubicBezTo>
                  <a:cubicBezTo>
                    <a:pt x="101923" y="121433"/>
                    <a:pt x="98471" y="122004"/>
                    <a:pt x="95000" y="122495"/>
                  </a:cubicBezTo>
                  <a:cubicBezTo>
                    <a:pt x="92199" y="122887"/>
                    <a:pt x="89389" y="123235"/>
                    <a:pt x="86561" y="123512"/>
                  </a:cubicBezTo>
                  <a:cubicBezTo>
                    <a:pt x="83349" y="123833"/>
                    <a:pt x="80129" y="124225"/>
                    <a:pt x="76900" y="124350"/>
                  </a:cubicBezTo>
                  <a:cubicBezTo>
                    <a:pt x="76792" y="124359"/>
                    <a:pt x="76694" y="124422"/>
                    <a:pt x="76596" y="124448"/>
                  </a:cubicBezTo>
                  <a:cubicBezTo>
                    <a:pt x="75267" y="124859"/>
                    <a:pt x="73884" y="125037"/>
                    <a:pt x="72510" y="125100"/>
                  </a:cubicBezTo>
                  <a:cubicBezTo>
                    <a:pt x="70084" y="125207"/>
                    <a:pt x="67666" y="125385"/>
                    <a:pt x="65240" y="125483"/>
                  </a:cubicBezTo>
                  <a:cubicBezTo>
                    <a:pt x="62037" y="125608"/>
                    <a:pt x="58843" y="125715"/>
                    <a:pt x="55641" y="125831"/>
                  </a:cubicBezTo>
                  <a:cubicBezTo>
                    <a:pt x="53874" y="125894"/>
                    <a:pt x="52117" y="125929"/>
                    <a:pt x="50359" y="125938"/>
                  </a:cubicBezTo>
                  <a:cubicBezTo>
                    <a:pt x="47064" y="125946"/>
                    <a:pt x="43769" y="126133"/>
                    <a:pt x="40474" y="126133"/>
                  </a:cubicBezTo>
                  <a:cubicBezTo>
                    <a:pt x="39817" y="126133"/>
                    <a:pt x="39160" y="126126"/>
                    <a:pt x="38503" y="126108"/>
                  </a:cubicBezTo>
                  <a:cubicBezTo>
                    <a:pt x="36469" y="126045"/>
                    <a:pt x="34462" y="125840"/>
                    <a:pt x="32491" y="125305"/>
                  </a:cubicBezTo>
                  <a:cubicBezTo>
                    <a:pt x="31911" y="125144"/>
                    <a:pt x="31384" y="124921"/>
                    <a:pt x="31010" y="124422"/>
                  </a:cubicBezTo>
                  <a:cubicBezTo>
                    <a:pt x="30403" y="124145"/>
                    <a:pt x="29788" y="123904"/>
                    <a:pt x="29199" y="123601"/>
                  </a:cubicBezTo>
                  <a:cubicBezTo>
                    <a:pt x="25648" y="121763"/>
                    <a:pt x="23008" y="118980"/>
                    <a:pt x="20911" y="115635"/>
                  </a:cubicBezTo>
                  <a:cubicBezTo>
                    <a:pt x="18369" y="111593"/>
                    <a:pt x="16772" y="107151"/>
                    <a:pt x="15585" y="102547"/>
                  </a:cubicBezTo>
                  <a:cubicBezTo>
                    <a:pt x="14533" y="98515"/>
                    <a:pt x="13801" y="94420"/>
                    <a:pt x="13301" y="90272"/>
                  </a:cubicBezTo>
                  <a:cubicBezTo>
                    <a:pt x="13177" y="89237"/>
                    <a:pt x="12998" y="88211"/>
                    <a:pt x="12998" y="87168"/>
                  </a:cubicBezTo>
                  <a:cubicBezTo>
                    <a:pt x="12998" y="87007"/>
                    <a:pt x="12971" y="86846"/>
                    <a:pt x="12855" y="86722"/>
                  </a:cubicBezTo>
                  <a:cubicBezTo>
                    <a:pt x="12311" y="84812"/>
                    <a:pt x="12142" y="82850"/>
                    <a:pt x="12008" y="80878"/>
                  </a:cubicBezTo>
                  <a:cubicBezTo>
                    <a:pt x="11597" y="74482"/>
                    <a:pt x="11517" y="68068"/>
                    <a:pt x="11499" y="61654"/>
                  </a:cubicBezTo>
                  <a:cubicBezTo>
                    <a:pt x="11482" y="56506"/>
                    <a:pt x="11597" y="51350"/>
                    <a:pt x="11526" y="46193"/>
                  </a:cubicBezTo>
                  <a:cubicBezTo>
                    <a:pt x="11517" y="45747"/>
                    <a:pt x="11606" y="45346"/>
                    <a:pt x="11865" y="44980"/>
                  </a:cubicBezTo>
                  <a:cubicBezTo>
                    <a:pt x="12052" y="43606"/>
                    <a:pt x="12195" y="42233"/>
                    <a:pt x="12579" y="40886"/>
                  </a:cubicBezTo>
                  <a:cubicBezTo>
                    <a:pt x="13926" y="36202"/>
                    <a:pt x="17039" y="33213"/>
                    <a:pt x="21527" y="31545"/>
                  </a:cubicBezTo>
                  <a:cubicBezTo>
                    <a:pt x="24248" y="30537"/>
                    <a:pt x="27084" y="30091"/>
                    <a:pt x="29975" y="29850"/>
                  </a:cubicBezTo>
                  <a:cubicBezTo>
                    <a:pt x="31440" y="29729"/>
                    <a:pt x="32908" y="29697"/>
                    <a:pt x="34376" y="29697"/>
                  </a:cubicBezTo>
                  <a:close/>
                  <a:moveTo>
                    <a:pt x="0" y="1"/>
                  </a:moveTo>
                  <a:lnTo>
                    <a:pt x="0" y="160596"/>
                  </a:lnTo>
                  <a:lnTo>
                    <a:pt x="159437" y="160596"/>
                  </a:lnTo>
                  <a:lnTo>
                    <a:pt x="1594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09;p50">
              <a:extLst>
                <a:ext uri="{FF2B5EF4-FFF2-40B4-BE49-F238E27FC236}">
                  <a16:creationId xmlns:a16="http://schemas.microsoft.com/office/drawing/2014/main" id="{10DA8A66-1C8B-F1E4-7A67-937CB7BBD319}"/>
                </a:ext>
              </a:extLst>
            </p:cNvPr>
            <p:cNvSpPr/>
            <p:nvPr/>
          </p:nvSpPr>
          <p:spPr>
            <a:xfrm>
              <a:off x="1893850" y="1608100"/>
              <a:ext cx="2001925" cy="1486600"/>
            </a:xfrm>
            <a:custGeom>
              <a:avLst/>
              <a:gdLst/>
              <a:ahLst/>
              <a:cxnLst/>
              <a:rect l="l" t="t" r="r" b="b"/>
              <a:pathLst>
                <a:path w="80077" h="59464" extrusionOk="0">
                  <a:moveTo>
                    <a:pt x="14613" y="1"/>
                  </a:moveTo>
                  <a:cubicBezTo>
                    <a:pt x="12310" y="1"/>
                    <a:pt x="10014" y="168"/>
                    <a:pt x="7726" y="540"/>
                  </a:cubicBezTo>
                  <a:cubicBezTo>
                    <a:pt x="5130" y="959"/>
                    <a:pt x="2624" y="1744"/>
                    <a:pt x="1" y="2351"/>
                  </a:cubicBezTo>
                  <a:cubicBezTo>
                    <a:pt x="233" y="2458"/>
                    <a:pt x="376" y="2520"/>
                    <a:pt x="518" y="2583"/>
                  </a:cubicBezTo>
                  <a:cubicBezTo>
                    <a:pt x="1375" y="2663"/>
                    <a:pt x="2222" y="2725"/>
                    <a:pt x="3079" y="2815"/>
                  </a:cubicBezTo>
                  <a:cubicBezTo>
                    <a:pt x="7173" y="3243"/>
                    <a:pt x="11286" y="3537"/>
                    <a:pt x="15407" y="3537"/>
                  </a:cubicBezTo>
                  <a:cubicBezTo>
                    <a:pt x="19226" y="3546"/>
                    <a:pt x="22964" y="4108"/>
                    <a:pt x="26639" y="5134"/>
                  </a:cubicBezTo>
                  <a:cubicBezTo>
                    <a:pt x="32357" y="6722"/>
                    <a:pt x="37630" y="9273"/>
                    <a:pt x="42599" y="12476"/>
                  </a:cubicBezTo>
                  <a:cubicBezTo>
                    <a:pt x="50119" y="17311"/>
                    <a:pt x="56578" y="23315"/>
                    <a:pt x="62127" y="30300"/>
                  </a:cubicBezTo>
                  <a:cubicBezTo>
                    <a:pt x="66819" y="36197"/>
                    <a:pt x="70656" y="42593"/>
                    <a:pt x="73341" y="49650"/>
                  </a:cubicBezTo>
                  <a:cubicBezTo>
                    <a:pt x="74545" y="52826"/>
                    <a:pt x="75491" y="56082"/>
                    <a:pt x="76017" y="59454"/>
                  </a:cubicBezTo>
                  <a:cubicBezTo>
                    <a:pt x="76052" y="59461"/>
                    <a:pt x="76084" y="59464"/>
                    <a:pt x="76114" y="59464"/>
                  </a:cubicBezTo>
                  <a:cubicBezTo>
                    <a:pt x="76397" y="59464"/>
                    <a:pt x="76467" y="59177"/>
                    <a:pt x="76588" y="58999"/>
                  </a:cubicBezTo>
                  <a:cubicBezTo>
                    <a:pt x="77257" y="58000"/>
                    <a:pt x="77837" y="56938"/>
                    <a:pt x="78319" y="55832"/>
                  </a:cubicBezTo>
                  <a:cubicBezTo>
                    <a:pt x="79639" y="52808"/>
                    <a:pt x="80076" y="49677"/>
                    <a:pt x="79345" y="46438"/>
                  </a:cubicBezTo>
                  <a:cubicBezTo>
                    <a:pt x="78827" y="44137"/>
                    <a:pt x="77998" y="41933"/>
                    <a:pt x="77034" y="39783"/>
                  </a:cubicBezTo>
                  <a:cubicBezTo>
                    <a:pt x="74429" y="34020"/>
                    <a:pt x="70807" y="28935"/>
                    <a:pt x="66454" y="24377"/>
                  </a:cubicBezTo>
                  <a:cubicBezTo>
                    <a:pt x="56435" y="13886"/>
                    <a:pt x="44481" y="6526"/>
                    <a:pt x="30555" y="2386"/>
                  </a:cubicBezTo>
                  <a:cubicBezTo>
                    <a:pt x="26291" y="1120"/>
                    <a:pt x="21929" y="326"/>
                    <a:pt x="17486" y="85"/>
                  </a:cubicBezTo>
                  <a:cubicBezTo>
                    <a:pt x="16527" y="30"/>
                    <a:pt x="15570" y="1"/>
                    <a:pt x="14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10;p50">
              <a:extLst>
                <a:ext uri="{FF2B5EF4-FFF2-40B4-BE49-F238E27FC236}">
                  <a16:creationId xmlns:a16="http://schemas.microsoft.com/office/drawing/2014/main" id="{833E99F1-AE55-A5C7-70BC-51EE1EF1B233}"/>
                </a:ext>
              </a:extLst>
            </p:cNvPr>
            <p:cNvSpPr/>
            <p:nvPr/>
          </p:nvSpPr>
          <p:spPr>
            <a:xfrm>
              <a:off x="1009775" y="3964900"/>
              <a:ext cx="1145725" cy="201575"/>
            </a:xfrm>
            <a:custGeom>
              <a:avLst/>
              <a:gdLst/>
              <a:ahLst/>
              <a:cxnLst/>
              <a:rect l="l" t="t" r="r" b="b"/>
              <a:pathLst>
                <a:path w="45829" h="8063" extrusionOk="0">
                  <a:moveTo>
                    <a:pt x="242" y="1"/>
                  </a:moveTo>
                  <a:lnTo>
                    <a:pt x="242" y="1"/>
                  </a:lnTo>
                  <a:cubicBezTo>
                    <a:pt x="1" y="268"/>
                    <a:pt x="304" y="375"/>
                    <a:pt x="420" y="500"/>
                  </a:cubicBezTo>
                  <a:cubicBezTo>
                    <a:pt x="1464" y="1615"/>
                    <a:pt x="2579" y="2650"/>
                    <a:pt x="3783" y="3587"/>
                  </a:cubicBezTo>
                  <a:cubicBezTo>
                    <a:pt x="7563" y="6537"/>
                    <a:pt x="11629" y="8063"/>
                    <a:pt x="16022" y="8063"/>
                  </a:cubicBezTo>
                  <a:cubicBezTo>
                    <a:pt x="17819" y="8063"/>
                    <a:pt x="19672" y="7807"/>
                    <a:pt x="21581" y="7289"/>
                  </a:cubicBezTo>
                  <a:cubicBezTo>
                    <a:pt x="29538" y="5112"/>
                    <a:pt x="37451" y="2820"/>
                    <a:pt x="45311" y="313"/>
                  </a:cubicBezTo>
                  <a:cubicBezTo>
                    <a:pt x="45489" y="259"/>
                    <a:pt x="45739" y="268"/>
                    <a:pt x="45828" y="27"/>
                  </a:cubicBezTo>
                  <a:lnTo>
                    <a:pt x="45828" y="27"/>
                  </a:lnTo>
                  <a:cubicBezTo>
                    <a:pt x="45186" y="72"/>
                    <a:pt x="44553" y="126"/>
                    <a:pt x="43910" y="161"/>
                  </a:cubicBezTo>
                  <a:cubicBezTo>
                    <a:pt x="38736" y="509"/>
                    <a:pt x="33562" y="795"/>
                    <a:pt x="28379" y="964"/>
                  </a:cubicBezTo>
                  <a:cubicBezTo>
                    <a:pt x="21545" y="1187"/>
                    <a:pt x="14703" y="1294"/>
                    <a:pt x="7860" y="1294"/>
                  </a:cubicBezTo>
                  <a:cubicBezTo>
                    <a:pt x="7830" y="1294"/>
                    <a:pt x="7800" y="1294"/>
                    <a:pt x="7769" y="1294"/>
                  </a:cubicBezTo>
                  <a:cubicBezTo>
                    <a:pt x="5187" y="1294"/>
                    <a:pt x="2667" y="918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11;p50">
              <a:extLst>
                <a:ext uri="{FF2B5EF4-FFF2-40B4-BE49-F238E27FC236}">
                  <a16:creationId xmlns:a16="http://schemas.microsoft.com/office/drawing/2014/main" id="{D13CCC75-46F5-5A82-ED76-E741EA5780FE}"/>
                </a:ext>
              </a:extLst>
            </p:cNvPr>
            <p:cNvSpPr/>
            <p:nvPr/>
          </p:nvSpPr>
          <p:spPr>
            <a:xfrm>
              <a:off x="366125" y="1978875"/>
              <a:ext cx="195850" cy="1043550"/>
            </a:xfrm>
            <a:custGeom>
              <a:avLst/>
              <a:gdLst/>
              <a:ahLst/>
              <a:cxnLst/>
              <a:rect l="l" t="t" r="r" b="b"/>
              <a:pathLst>
                <a:path w="7834" h="41742" extrusionOk="0">
                  <a:moveTo>
                    <a:pt x="6843" y="0"/>
                  </a:moveTo>
                  <a:lnTo>
                    <a:pt x="6843" y="0"/>
                  </a:lnTo>
                  <a:cubicBezTo>
                    <a:pt x="5594" y="705"/>
                    <a:pt x="4559" y="1677"/>
                    <a:pt x="3605" y="2721"/>
                  </a:cubicBezTo>
                  <a:cubicBezTo>
                    <a:pt x="1651" y="4862"/>
                    <a:pt x="554" y="7378"/>
                    <a:pt x="242" y="10268"/>
                  </a:cubicBezTo>
                  <a:cubicBezTo>
                    <a:pt x="1" y="12561"/>
                    <a:pt x="295" y="14800"/>
                    <a:pt x="866" y="17013"/>
                  </a:cubicBezTo>
                  <a:cubicBezTo>
                    <a:pt x="1660" y="20108"/>
                    <a:pt x="2499" y="23195"/>
                    <a:pt x="3337" y="26281"/>
                  </a:cubicBezTo>
                  <a:cubicBezTo>
                    <a:pt x="4666" y="31233"/>
                    <a:pt x="6013" y="36175"/>
                    <a:pt x="7521" y="41064"/>
                  </a:cubicBezTo>
                  <a:cubicBezTo>
                    <a:pt x="7592" y="41296"/>
                    <a:pt x="7557" y="41599"/>
                    <a:pt x="7833" y="41742"/>
                  </a:cubicBezTo>
                  <a:cubicBezTo>
                    <a:pt x="7824" y="41447"/>
                    <a:pt x="7816" y="41153"/>
                    <a:pt x="7789" y="40858"/>
                  </a:cubicBezTo>
                  <a:cubicBezTo>
                    <a:pt x="7414" y="37406"/>
                    <a:pt x="7218" y="33936"/>
                    <a:pt x="7066" y="30465"/>
                  </a:cubicBezTo>
                  <a:cubicBezTo>
                    <a:pt x="6816" y="24694"/>
                    <a:pt x="6772" y="18922"/>
                    <a:pt x="6781" y="13150"/>
                  </a:cubicBezTo>
                  <a:cubicBezTo>
                    <a:pt x="6790" y="8770"/>
                    <a:pt x="6825" y="4389"/>
                    <a:pt x="6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ADFBEF9-EEE4-6D06-6643-F51C0040B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79" y="1759750"/>
            <a:ext cx="2749534" cy="4450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C87EFD7-7BFA-A0FF-508F-8C43DD8BD7DA}"/>
              </a:ext>
            </a:extLst>
          </p:cNvPr>
          <p:cNvSpPr txBox="1"/>
          <p:nvPr/>
        </p:nvSpPr>
        <p:spPr>
          <a:xfrm>
            <a:off x="1102505" y="2323985"/>
            <a:ext cx="32061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members:</a:t>
            </a:r>
          </a:p>
          <a:p>
            <a:endParaRPr lang="en-US" dirty="0"/>
          </a:p>
          <a:p>
            <a:r>
              <a:rPr lang="en-US" dirty="0"/>
              <a:t>Ahmed Adel Mohamed</a:t>
            </a:r>
          </a:p>
          <a:p>
            <a:endParaRPr lang="en-US" dirty="0"/>
          </a:p>
          <a:p>
            <a:r>
              <a:rPr lang="en-US" dirty="0"/>
              <a:t>Osman Saad Osman </a:t>
            </a:r>
          </a:p>
          <a:p>
            <a:endParaRPr lang="en-US" dirty="0"/>
          </a:p>
          <a:p>
            <a:r>
              <a:rPr lang="en-US" dirty="0"/>
              <a:t>Asmaa Hamdy Mahmoud</a:t>
            </a:r>
          </a:p>
          <a:p>
            <a:endParaRPr lang="en-US" dirty="0"/>
          </a:p>
          <a:p>
            <a:r>
              <a:rPr lang="en-US" dirty="0"/>
              <a:t>Farah Mohamed Ahmed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Yasmine Ali </a:t>
            </a:r>
          </a:p>
          <a:p>
            <a:endParaRPr lang="en-US" dirty="0"/>
          </a:p>
          <a:p>
            <a:r>
              <a:rPr lang="en-US" dirty="0"/>
              <a:t>Ahmed Adel </a:t>
            </a:r>
            <a:r>
              <a:rPr lang="en-US" dirty="0" err="1"/>
              <a:t>Elshahat</a:t>
            </a:r>
            <a:endParaRPr lang="en-US" dirty="0"/>
          </a:p>
        </p:txBody>
      </p:sp>
    </p:spTree>
  </p:cSld>
  <p:clrMapOvr>
    <a:masterClrMapping/>
  </p:clrMapOvr>
  <p:transition spd="slow">
    <p:cover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ublic Libraries Thesis Defense by Slidesgo">
  <a:themeElements>
    <a:clrScheme name="Simple Light">
      <a:dk1>
        <a:srgbClr val="7D3021"/>
      </a:dk1>
      <a:lt1>
        <a:srgbClr val="C2A87C"/>
      </a:lt1>
      <a:dk2>
        <a:srgbClr val="FFFFFF"/>
      </a:dk2>
      <a:lt2>
        <a:srgbClr val="19191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321</Words>
  <Application>Microsoft Office PowerPoint</Application>
  <PresentationFormat>Widescreen</PresentationFormat>
  <Paragraphs>62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Anton</vt:lpstr>
      <vt:lpstr>Aptos</vt:lpstr>
      <vt:lpstr>Aptos Display</vt:lpstr>
      <vt:lpstr>Arial</vt:lpstr>
      <vt:lpstr>Assistant</vt:lpstr>
      <vt:lpstr>PT Sans</vt:lpstr>
      <vt:lpstr>Roboto Condensed Light</vt:lpstr>
      <vt:lpstr>SegoeUIVariable</vt:lpstr>
      <vt:lpstr>Office Theme</vt:lpstr>
      <vt:lpstr>Public Libraries Thesis Defense by Slidesgo</vt:lpstr>
      <vt:lpstr>PowerPoint Presentation</vt:lpstr>
      <vt:lpstr>TABLE OF CONTENTS</vt:lpstr>
      <vt:lpstr>INTRODUCTION</vt:lpstr>
      <vt:lpstr>App Architecture</vt:lpstr>
      <vt:lpstr>User Registration: Sign Up with Username, Email, and Password</vt:lpstr>
      <vt:lpstr>What in the App</vt:lpstr>
      <vt:lpstr>In home Fragment there is a navigation drawer it Contain:   1-Dark Mode 2-Language 3-Privace and policy 4-Contact us(you can call as If you have any problem(  5-Log out  </vt:lpstr>
      <vt:lpstr>1-Dark mode</vt:lpstr>
      <vt:lpstr>2-Language</vt:lpstr>
      <vt:lpstr>PowerPoint Presentation</vt:lpstr>
      <vt:lpstr>The Library Fragment allows users to manage their favorite and downloaded books in two distinct sections: Favorites and Downloads. </vt:lpstr>
      <vt:lpstr>The Search screen enables the user to search for a book or a general term for which they wish to browse books related to, knowing that their search history is saved</vt:lpstr>
      <vt:lpstr>PowerPoint Presentation</vt:lpstr>
      <vt:lpstr>The details page feature multiple important functionalities </vt:lpstr>
      <vt:lpstr>You can also</vt:lpstr>
      <vt:lpstr>4-User Profile Fragment and Account Management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Adel</dc:creator>
  <cp:lastModifiedBy>Ahmed Adel</cp:lastModifiedBy>
  <cp:revision>1</cp:revision>
  <dcterms:created xsi:type="dcterms:W3CDTF">2024-10-22T14:37:34Z</dcterms:created>
  <dcterms:modified xsi:type="dcterms:W3CDTF">2024-10-22T17:50:57Z</dcterms:modified>
</cp:coreProperties>
</file>